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1.jpg" ContentType="image/png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4" r:id="rId2"/>
    <p:sldMasterId id="2147483724" r:id="rId3"/>
  </p:sldMasterIdLst>
  <p:notesMasterIdLst>
    <p:notesMasterId r:id="rId51"/>
  </p:notesMasterIdLst>
  <p:sldIdLst>
    <p:sldId id="262" r:id="rId4"/>
    <p:sldId id="272" r:id="rId5"/>
    <p:sldId id="2147477605" r:id="rId6"/>
    <p:sldId id="1176" r:id="rId7"/>
    <p:sldId id="2147477598" r:id="rId8"/>
    <p:sldId id="2147477636" r:id="rId9"/>
    <p:sldId id="2147477640" r:id="rId10"/>
    <p:sldId id="2147477614" r:id="rId11"/>
    <p:sldId id="2147477615" r:id="rId12"/>
    <p:sldId id="2147477616" r:id="rId13"/>
    <p:sldId id="2147477618" r:id="rId14"/>
    <p:sldId id="2147477631" r:id="rId15"/>
    <p:sldId id="2147477583" r:id="rId16"/>
    <p:sldId id="2147477617" r:id="rId17"/>
    <p:sldId id="2147477632" r:id="rId18"/>
    <p:sldId id="2147477633" r:id="rId19"/>
    <p:sldId id="2147477635" r:id="rId20"/>
    <p:sldId id="2147477637" r:id="rId21"/>
    <p:sldId id="2147477649" r:id="rId22"/>
    <p:sldId id="2147477645" r:id="rId23"/>
    <p:sldId id="2147477646" r:id="rId24"/>
    <p:sldId id="2000000013" r:id="rId25"/>
    <p:sldId id="2000000012" r:id="rId26"/>
    <p:sldId id="2147477650" r:id="rId27"/>
    <p:sldId id="2147477651" r:id="rId28"/>
    <p:sldId id="2147477652" r:id="rId29"/>
    <p:sldId id="2147477647" r:id="rId30"/>
    <p:sldId id="2147477648" r:id="rId31"/>
    <p:sldId id="2147477621" r:id="rId32"/>
    <p:sldId id="2147477653" r:id="rId33"/>
    <p:sldId id="2000000007" r:id="rId34"/>
    <p:sldId id="2147477656" r:id="rId35"/>
    <p:sldId id="2147477657" r:id="rId36"/>
    <p:sldId id="2147477655" r:id="rId37"/>
    <p:sldId id="2147477638" r:id="rId38"/>
    <p:sldId id="2147477624" r:id="rId39"/>
    <p:sldId id="2147477658" r:id="rId40"/>
    <p:sldId id="2147477659" r:id="rId41"/>
    <p:sldId id="2147477639" r:id="rId42"/>
    <p:sldId id="2147477626" r:id="rId43"/>
    <p:sldId id="2000000011" r:id="rId44"/>
    <p:sldId id="2147477660" r:id="rId45"/>
    <p:sldId id="2147477627" r:id="rId46"/>
    <p:sldId id="270" r:id="rId47"/>
    <p:sldId id="265" r:id="rId48"/>
    <p:sldId id="268" r:id="rId49"/>
    <p:sldId id="2147477611" r:id="rId50"/>
  </p:sldIdLst>
  <p:sldSz cx="18288000" cy="10287000"/>
  <p:notesSz cx="6858000" cy="9144000"/>
  <p:embeddedFontLst>
    <p:embeddedFont>
      <p:font typeface="Bebas Neue" panose="020B0606020202050201" pitchFamily="34" charset="0"/>
      <p:regular r:id="rId52"/>
    </p:embeddedFont>
    <p:embeddedFont>
      <p:font typeface="Montserrat" panose="00000500000000000000" pitchFamily="2" charset="0"/>
      <p:regular r:id="rId53"/>
      <p:bold r:id="rId54"/>
      <p:italic r:id="rId55"/>
      <p:boldItalic r:id="rId56"/>
    </p:embeddedFont>
    <p:embeddedFont>
      <p:font typeface="Montserrat Bold" panose="00000800000000000000" pitchFamily="2" charset="0"/>
      <p:regular r:id="rId57"/>
      <p:bold r:id="rId58"/>
    </p:embeddedFont>
    <p:embeddedFont>
      <p:font typeface="Segoe UI" panose="020B0502040204020203" pitchFamily="34" charset="0"/>
      <p:regular r:id="rId59"/>
      <p:bold r:id="rId60"/>
      <p:italic r:id="rId61"/>
      <p:boldItalic r:id="rId62"/>
    </p:embeddedFont>
    <p:embeddedFont>
      <p:font typeface="Segoe UI Semibold" panose="020B0702040204020203" pitchFamily="34" charset="0"/>
      <p:regular r:id="rId63"/>
      <p:bold r:id="rId64"/>
      <p:italic r:id="rId65"/>
      <p:boldItalic r:id="rId66"/>
    </p:embeddedFont>
    <p:embeddedFont>
      <p:font typeface="Verdana" panose="020B0604030504040204" pitchFamily="34" charset="0"/>
      <p:regular r:id="rId67"/>
      <p:bold r:id="rId68"/>
      <p:italic r:id="rId69"/>
      <p:boldItalic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2883D7C-357E-48A5-8B93-90135E32100D}">
          <p14:sldIdLst>
            <p14:sldId id="262"/>
            <p14:sldId id="272"/>
            <p14:sldId id="2147477605"/>
            <p14:sldId id="1176"/>
            <p14:sldId id="2147477598"/>
          </p14:sldIdLst>
        </p14:section>
        <p14:section name="Open The Case" id="{C2C64A1B-0122-48C2-A856-3AEE26DCB278}">
          <p14:sldIdLst>
            <p14:sldId id="2147477636"/>
            <p14:sldId id="2147477640"/>
            <p14:sldId id="2147477614"/>
            <p14:sldId id="2147477615"/>
            <p14:sldId id="2147477616"/>
            <p14:sldId id="2147477618"/>
          </p14:sldIdLst>
        </p14:section>
        <p14:section name="Detective's Toolkit" id="{48160059-471F-41BB-9404-2477A09B217B}">
          <p14:sldIdLst>
            <p14:sldId id="2147477631"/>
            <p14:sldId id="2147477583"/>
            <p14:sldId id="2147477617"/>
            <p14:sldId id="2147477632"/>
            <p14:sldId id="2147477633"/>
            <p14:sldId id="2147477635"/>
          </p14:sldIdLst>
        </p14:section>
        <p14:section name="Case Demos" id="{BD10D1AB-0DC1-4308-A6A6-69B62B57D225}">
          <p14:sldIdLst>
            <p14:sldId id="2147477637"/>
          </p14:sldIdLst>
        </p14:section>
        <p14:section name="NB_1_Case1-3" id="{F689023A-4FA3-4423-9E09-2DACA2E730EE}">
          <p14:sldIdLst>
            <p14:sldId id="2147477649"/>
            <p14:sldId id="2147477645"/>
            <p14:sldId id="2147477646"/>
            <p14:sldId id="2000000013"/>
            <p14:sldId id="2000000012"/>
          </p14:sldIdLst>
        </p14:section>
        <p14:section name="NB1_Case 4-6" id="{117D3010-8FAF-478B-B261-C20C0F1CA12C}">
          <p14:sldIdLst>
            <p14:sldId id="2147477650"/>
            <p14:sldId id="2147477651"/>
            <p14:sldId id="2147477652"/>
            <p14:sldId id="2147477647"/>
            <p14:sldId id="2147477648"/>
          </p14:sldIdLst>
        </p14:section>
        <p14:section name="NB_2" id="{6C3AF1E4-8E9E-470E-9AF2-CD5E8040042C}">
          <p14:sldIdLst>
            <p14:sldId id="2147477621"/>
            <p14:sldId id="2147477653"/>
          </p14:sldIdLst>
        </p14:section>
        <p14:section name="NB_3" id="{98074887-5AD3-46B3-B96F-998FCC3FF39E}">
          <p14:sldIdLst>
            <p14:sldId id="2000000007"/>
            <p14:sldId id="2147477656"/>
          </p14:sldIdLst>
        </p14:section>
        <p14:section name="NB_4" id="{1F4A4F86-F50C-46F7-9EB2-1E2D80C423B7}">
          <p14:sldIdLst>
            <p14:sldId id="2147477657"/>
            <p14:sldId id="2147477655"/>
          </p14:sldIdLst>
        </p14:section>
        <p14:section name="NB_5" id="{7771EA76-0316-46E8-94ED-9A23D40C212B}">
          <p14:sldIdLst>
            <p14:sldId id="2147477638"/>
            <p14:sldId id="2147477624"/>
            <p14:sldId id="2147477658"/>
            <p14:sldId id="2147477659"/>
          </p14:sldIdLst>
        </p14:section>
        <p14:section name="Conclusion" id="{06E7C954-D0EE-434D-9582-AF6E7FD959B7}">
          <p14:sldIdLst>
            <p14:sldId id="2147477639"/>
            <p14:sldId id="2147477626"/>
            <p14:sldId id="2000000011"/>
            <p14:sldId id="2147477660"/>
            <p14:sldId id="2147477627"/>
            <p14:sldId id="270"/>
            <p14:sldId id="265"/>
            <p14:sldId id="268"/>
            <p14:sldId id="21474776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039"/>
    <a:srgbClr val="2AAC94"/>
    <a:srgbClr val="140E41"/>
    <a:srgbClr val="12103A"/>
    <a:srgbClr val="C0ECDD"/>
    <a:srgbClr val="EBF3FB"/>
    <a:srgbClr val="1D6050"/>
    <a:srgbClr val="111135"/>
    <a:srgbClr val="130F40"/>
    <a:srgbClr val="001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13AB49-4433-4362-8E12-16946071ADB4}" v="523" dt="2026-03-20T03:54:15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 autoAdjust="0"/>
    <p:restoredTop sz="77514" autoAdjust="0"/>
  </p:normalViewPr>
  <p:slideViewPr>
    <p:cSldViewPr snapToGrid="0">
      <p:cViewPr varScale="1">
        <p:scale>
          <a:sx n="44" d="100"/>
          <a:sy n="44" d="100"/>
        </p:scale>
        <p:origin x="1330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13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10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6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4.fntdata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addSld delSld modSld sldOrd modSection">
      <pc:chgData name="Jason Romans" userId="b1594dadafe83612" providerId="LiveId" clId="{CBB49B5A-BAC4-4EF9-90F7-6CF68F907A02}" dt="2026-03-20T03:59:23.021" v="1615" actId="962"/>
      <pc:docMkLst>
        <pc:docMk/>
      </pc:docMkLst>
      <pc:sldChg chg="addSp modSp mod">
        <pc:chgData name="Jason Romans" userId="b1594dadafe83612" providerId="LiveId" clId="{CBB49B5A-BAC4-4EF9-90F7-6CF68F907A02}" dt="2026-03-20T03:45:16.351" v="1545" actId="20577"/>
        <pc:sldMkLst>
          <pc:docMk/>
          <pc:sldMk cId="3355009323" sldId="262"/>
        </pc:sldMkLst>
        <pc:spChg chg="add mod">
          <ac:chgData name="Jason Romans" userId="b1594dadafe83612" providerId="LiveId" clId="{CBB49B5A-BAC4-4EF9-90F7-6CF68F907A02}" dt="2026-03-20T03:45:16.351" v="1545" actId="20577"/>
          <ac:spMkLst>
            <pc:docMk/>
            <pc:sldMk cId="3355009323" sldId="262"/>
            <ac:spMk id="2" creationId="{F54E6DF1-3D29-C744-A3B9-F6ED8A33A991}"/>
          </ac:spMkLst>
        </pc:spChg>
      </pc:sldChg>
      <pc:sldChg chg="addSp delSp modSp mod">
        <pc:chgData name="Jason Romans" userId="b1594dadafe83612" providerId="LiveId" clId="{CBB49B5A-BAC4-4EF9-90F7-6CF68F907A02}" dt="2026-03-20T03:44:39.749" v="1508" actId="20577"/>
        <pc:sldMkLst>
          <pc:docMk/>
          <pc:sldMk cId="2506933334" sldId="265"/>
        </pc:sldMkLst>
        <pc:spChg chg="add del mod">
          <ac:chgData name="Jason Romans" userId="b1594dadafe83612" providerId="LiveId" clId="{CBB49B5A-BAC4-4EF9-90F7-6CF68F907A02}" dt="2026-03-20T03:44:27.461" v="1484" actId="478"/>
          <ac:spMkLst>
            <pc:docMk/>
            <pc:sldMk cId="2506933334" sldId="265"/>
            <ac:spMk id="2" creationId="{0F92BE25-8FD1-9FBE-4247-F68755DF6C27}"/>
          </ac:spMkLst>
        </pc:spChg>
        <pc:spChg chg="add mod">
          <ac:chgData name="Jason Romans" userId="b1594dadafe83612" providerId="LiveId" clId="{CBB49B5A-BAC4-4EF9-90F7-6CF68F907A02}" dt="2026-03-20T03:44:39.749" v="1508" actId="20577"/>
          <ac:spMkLst>
            <pc:docMk/>
            <pc:sldMk cId="2506933334" sldId="265"/>
            <ac:spMk id="3" creationId="{E340BA4B-4029-FDD6-EAD6-11F096733D33}"/>
          </ac:spMkLst>
        </pc:spChg>
      </pc:sldChg>
      <pc:sldChg chg="addSp modSp mod">
        <pc:chgData name="Jason Romans" userId="b1594dadafe83612" providerId="LiveId" clId="{CBB49B5A-BAC4-4EF9-90F7-6CF68F907A02}" dt="2026-03-20T03:45:05.298" v="1531" actId="20577"/>
        <pc:sldMkLst>
          <pc:docMk/>
          <pc:sldMk cId="983597329" sldId="268"/>
        </pc:sldMkLst>
        <pc:spChg chg="add mod">
          <ac:chgData name="Jason Romans" userId="b1594dadafe83612" providerId="LiveId" clId="{CBB49B5A-BAC4-4EF9-90F7-6CF68F907A02}" dt="2026-03-20T03:45:05.298" v="1531" actId="20577"/>
          <ac:spMkLst>
            <pc:docMk/>
            <pc:sldMk cId="983597329" sldId="268"/>
            <ac:spMk id="2" creationId="{4B707828-0B83-D8F1-D5C3-14428CA587DF}"/>
          </ac:spMkLst>
        </pc:spChg>
      </pc:sldChg>
      <pc:sldChg chg="modSp mod">
        <pc:chgData name="Jason Romans" userId="b1594dadafe83612" providerId="LiveId" clId="{CBB49B5A-BAC4-4EF9-90F7-6CF68F907A02}" dt="2026-03-20T03:44:18.027" v="1482" actId="33553"/>
        <pc:sldMkLst>
          <pc:docMk/>
          <pc:sldMk cId="2321098158" sldId="270"/>
        </pc:sldMkLst>
        <pc:spChg chg="mod">
          <ac:chgData name="Jason Romans" userId="b1594dadafe83612" providerId="LiveId" clId="{CBB49B5A-BAC4-4EF9-90F7-6CF68F907A02}" dt="2026-03-20T03:44:18.027" v="1482" actId="33553"/>
          <ac:spMkLst>
            <pc:docMk/>
            <pc:sldMk cId="2321098158" sldId="270"/>
            <ac:spMk id="3" creationId="{AC3F4ADD-D8B1-4BF8-F938-2FE403EA7FEA}"/>
          </ac:spMkLst>
        </pc:spChg>
        <pc:picChg chg="mod">
          <ac:chgData name="Jason Romans" userId="b1594dadafe83612" providerId="LiveId" clId="{CBB49B5A-BAC4-4EF9-90F7-6CF68F907A02}" dt="2026-03-20T03:40:29.622" v="1427" actId="962"/>
          <ac:picMkLst>
            <pc:docMk/>
            <pc:sldMk cId="2321098158" sldId="270"/>
            <ac:picMk id="4" creationId="{D2307227-FE5D-A7AC-3759-18EDB6955C1D}"/>
          </ac:picMkLst>
        </pc:picChg>
        <pc:picChg chg="mod">
          <ac:chgData name="Jason Romans" userId="b1594dadafe83612" providerId="LiveId" clId="{CBB49B5A-BAC4-4EF9-90F7-6CF68F907A02}" dt="2026-03-20T03:40:35.733" v="1429" actId="962"/>
          <ac:picMkLst>
            <pc:docMk/>
            <pc:sldMk cId="2321098158" sldId="270"/>
            <ac:picMk id="5" creationId="{60938E10-EAF2-4AF1-1603-1A98539E7CE8}"/>
          </ac:picMkLst>
        </pc:picChg>
      </pc:sldChg>
      <pc:sldChg chg="modSp mod">
        <pc:chgData name="Jason Romans" userId="b1594dadafe83612" providerId="LiveId" clId="{CBB49B5A-BAC4-4EF9-90F7-6CF68F907A02}" dt="2026-03-20T03:58:19.572" v="1598"/>
        <pc:sldMkLst>
          <pc:docMk/>
          <pc:sldMk cId="2564237144" sldId="272"/>
        </pc:sldMkLst>
        <pc:spChg chg="mod ord">
          <ac:chgData name="Jason Romans" userId="b1594dadafe83612" providerId="LiveId" clId="{CBB49B5A-BAC4-4EF9-90F7-6CF68F907A02}" dt="2026-03-20T03:58:17.792" v="1597"/>
          <ac:spMkLst>
            <pc:docMk/>
            <pc:sldMk cId="2564237144" sldId="272"/>
            <ac:spMk id="2" creationId="{331E6371-4689-13D5-E303-CF630D48B2A4}"/>
          </ac:spMkLst>
        </pc:spChg>
        <pc:spChg chg="mod ord">
          <ac:chgData name="Jason Romans" userId="b1594dadafe83612" providerId="LiveId" clId="{CBB49B5A-BAC4-4EF9-90F7-6CF68F907A02}" dt="2026-03-20T03:58:19.572" v="1598"/>
          <ac:spMkLst>
            <pc:docMk/>
            <pc:sldMk cId="2564237144" sldId="272"/>
            <ac:spMk id="3" creationId="{3078F647-5E57-F195-E0CD-D5097E3047ED}"/>
          </ac:spMkLst>
        </pc:spChg>
        <pc:picChg chg="mod">
          <ac:chgData name="Jason Romans" userId="b1594dadafe83612" providerId="LiveId" clId="{CBB49B5A-BAC4-4EF9-90F7-6CF68F907A02}" dt="2026-03-20T03:35:12.392" v="1344" actId="962"/>
          <ac:picMkLst>
            <pc:docMk/>
            <pc:sldMk cId="2564237144" sldId="272"/>
            <ac:picMk id="5" creationId="{C2B5A0FD-6BE4-FE46-4E95-DECF06E9C695}"/>
          </ac:picMkLst>
        </pc:picChg>
      </pc:sldChg>
      <pc:sldChg chg="addSp modSp mod">
        <pc:chgData name="Jason Romans" userId="b1594dadafe83612" providerId="LiveId" clId="{CBB49B5A-BAC4-4EF9-90F7-6CF68F907A02}" dt="2026-03-20T03:43:18.637" v="1448" actId="33553"/>
        <pc:sldMkLst>
          <pc:docMk/>
          <pc:sldMk cId="0" sldId="1176"/>
        </pc:sldMkLst>
        <pc:spChg chg="mod">
          <ac:chgData name="Jason Romans" userId="b1594dadafe83612" providerId="LiveId" clId="{CBB49B5A-BAC4-4EF9-90F7-6CF68F907A02}" dt="2026-03-20T03:34:35.824" v="1289" actId="962"/>
          <ac:spMkLst>
            <pc:docMk/>
            <pc:sldMk cId="0" sldId="1176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43:18.637" v="1448" actId="33553"/>
          <ac:spMkLst>
            <pc:docMk/>
            <pc:sldMk cId="0" sldId="1176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5:40.844" v="1" actId="1076"/>
          <ac:spMkLst>
            <pc:docMk/>
            <pc:sldMk cId="0" sldId="1176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5:56.406" v="2" actId="164"/>
          <ac:spMkLst>
            <pc:docMk/>
            <pc:sldMk cId="0" sldId="1176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5:56.406" v="2" actId="164"/>
          <ac:spMkLst>
            <pc:docMk/>
            <pc:sldMk cId="0" sldId="1176"/>
            <ac:spMk id="6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5:56.406" v="2" actId="164"/>
          <ac:spMkLst>
            <pc:docMk/>
            <pc:sldMk cId="0" sldId="1176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5:56.406" v="2" actId="164"/>
          <ac:spMkLst>
            <pc:docMk/>
            <pc:sldMk cId="0" sldId="1176"/>
            <ac:spMk id="8" creationId="{00000000-0000-0000-0000-000000000000}"/>
          </ac:spMkLst>
        </pc:spChg>
        <pc:grpChg chg="add mod">
          <ac:chgData name="Jason Romans" userId="b1594dadafe83612" providerId="LiveId" clId="{CBB49B5A-BAC4-4EF9-90F7-6CF68F907A02}" dt="2026-03-20T03:35:44.820" v="1350" actId="962"/>
          <ac:grpSpMkLst>
            <pc:docMk/>
            <pc:sldMk cId="0" sldId="1176"/>
            <ac:grpSpMk id="10" creationId="{99237B29-5F2D-817F-048B-F27C89361B5F}"/>
          </ac:grpSpMkLst>
        </pc:grpChg>
        <pc:picChg chg="mod">
          <ac:chgData name="Jason Romans" userId="b1594dadafe83612" providerId="LiveId" clId="{CBB49B5A-BAC4-4EF9-90F7-6CF68F907A02}" dt="2026-03-19T13:35:56.406" v="2" actId="164"/>
          <ac:picMkLst>
            <pc:docMk/>
            <pc:sldMk cId="0" sldId="1176"/>
            <ac:picMk id="15" creationId="{3287E194-CB32-BAFD-5993-A1A2771441E4}"/>
          </ac:picMkLst>
        </pc:picChg>
      </pc:sldChg>
      <pc:sldChg chg="modSp mod">
        <pc:chgData name="Jason Romans" userId="b1594dadafe83612" providerId="LiveId" clId="{CBB49B5A-BAC4-4EF9-90F7-6CF68F907A02}" dt="2026-03-20T03:43:59.568" v="1469" actId="33553"/>
        <pc:sldMkLst>
          <pc:docMk/>
          <pc:sldMk cId="0" sldId="2000000007"/>
        </pc:sldMkLst>
        <pc:spChg chg="mod">
          <ac:chgData name="Jason Romans" userId="b1594dadafe83612" providerId="LiveId" clId="{CBB49B5A-BAC4-4EF9-90F7-6CF68F907A02}" dt="2026-03-20T03:43:59.568" v="1469" actId="33553"/>
          <ac:spMkLst>
            <pc:docMk/>
            <pc:sldMk cId="0" sldId="2000000007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27:30.867" v="1078" actId="1076"/>
          <ac:spMkLst>
            <pc:docMk/>
            <pc:sldMk cId="0" sldId="2000000007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274" v="1314" actId="962"/>
          <ac:spMkLst>
            <pc:docMk/>
            <pc:sldMk cId="0" sldId="2000000007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27:14.943" v="1074" actId="1076"/>
          <ac:spMkLst>
            <pc:docMk/>
            <pc:sldMk cId="0" sldId="2000000007"/>
            <ac:spMk id="5" creationId="{00000000-0000-0000-0000-000000000000}"/>
          </ac:spMkLst>
        </pc:spChg>
      </pc:sldChg>
      <pc:sldChg chg="del">
        <pc:chgData name="Jason Romans" userId="b1594dadafe83612" providerId="LiveId" clId="{CBB49B5A-BAC4-4EF9-90F7-6CF68F907A02}" dt="2026-03-19T19:28:59.128" v="1079" actId="2696"/>
        <pc:sldMkLst>
          <pc:docMk/>
          <pc:sldMk cId="0" sldId="2000000008"/>
        </pc:sldMkLst>
      </pc:sldChg>
      <pc:sldChg chg="modSp mod">
        <pc:chgData name="Jason Romans" userId="b1594dadafe83612" providerId="LiveId" clId="{CBB49B5A-BAC4-4EF9-90F7-6CF68F907A02}" dt="2026-03-20T03:44:13.569" v="1479" actId="33553"/>
        <pc:sldMkLst>
          <pc:docMk/>
          <pc:sldMk cId="0" sldId="2000000011"/>
        </pc:sldMkLst>
        <pc:spChg chg="mod">
          <ac:chgData name="Jason Romans" userId="b1594dadafe83612" providerId="LiveId" clId="{CBB49B5A-BAC4-4EF9-90F7-6CF68F907A02}" dt="2026-03-20T03:44:13.569" v="1479" actId="33553"/>
          <ac:spMkLst>
            <pc:docMk/>
            <pc:sldMk cId="0" sldId="2000000011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45" v="1332" actId="962"/>
          <ac:spMkLst>
            <pc:docMk/>
            <pc:sldMk cId="0" sldId="2000000011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53" v="1333" actId="962"/>
          <ac:spMkLst>
            <pc:docMk/>
            <pc:sldMk cId="0" sldId="2000000011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60" v="1334" actId="962"/>
          <ac:spMkLst>
            <pc:docMk/>
            <pc:sldMk cId="0" sldId="2000000011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67" v="1335" actId="962"/>
          <ac:spMkLst>
            <pc:docMk/>
            <pc:sldMk cId="0" sldId="2000000011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75" v="1336" actId="962"/>
          <ac:spMkLst>
            <pc:docMk/>
            <pc:sldMk cId="0" sldId="2000000011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82" v="1337" actId="962"/>
          <ac:spMkLst>
            <pc:docMk/>
            <pc:sldMk cId="0" sldId="2000000011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90" v="1338" actId="962"/>
          <ac:spMkLst>
            <pc:docMk/>
            <pc:sldMk cId="0" sldId="2000000011"/>
            <ac:spMk id="4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97" v="1339" actId="962"/>
          <ac:spMkLst>
            <pc:docMk/>
            <pc:sldMk cId="0" sldId="2000000011"/>
            <ac:spMk id="4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604" v="1340" actId="962"/>
          <ac:spMkLst>
            <pc:docMk/>
            <pc:sldMk cId="0" sldId="2000000011"/>
            <ac:spMk id="5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609" v="1341" actId="962"/>
          <ac:spMkLst>
            <pc:docMk/>
            <pc:sldMk cId="0" sldId="2000000011"/>
            <ac:spMk id="51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46.391" v="1461" actId="33553"/>
        <pc:sldMkLst>
          <pc:docMk/>
          <pc:sldMk cId="0" sldId="2000000012"/>
        </pc:sldMkLst>
        <pc:spChg chg="mod">
          <ac:chgData name="Jason Romans" userId="b1594dadafe83612" providerId="LiveId" clId="{CBB49B5A-BAC4-4EF9-90F7-6CF68F907A02}" dt="2026-03-20T03:34:36.096" v="1302" actId="962"/>
          <ac:spMkLst>
            <pc:docMk/>
            <pc:sldMk cId="0" sldId="2000000012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43:46.391" v="1461" actId="33553"/>
          <ac:spMkLst>
            <pc:docMk/>
            <pc:sldMk cId="0" sldId="2000000012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106" v="1303" actId="962"/>
          <ac:spMkLst>
            <pc:docMk/>
            <pc:sldMk cId="0" sldId="2000000012"/>
            <ac:spMk id="8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111" v="1304" actId="962"/>
          <ac:spMkLst>
            <pc:docMk/>
            <pc:sldMk cId="0" sldId="2000000012"/>
            <ac:spMk id="11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44.441" v="1460" actId="33553"/>
        <pc:sldMkLst>
          <pc:docMk/>
          <pc:sldMk cId="0" sldId="2000000013"/>
        </pc:sldMkLst>
        <pc:spChg chg="mod">
          <ac:chgData name="Jason Romans" userId="b1594dadafe83612" providerId="LiveId" clId="{CBB49B5A-BAC4-4EF9-90F7-6CF68F907A02}" dt="2026-03-20T03:34:36.070" v="1301" actId="962"/>
          <ac:spMkLst>
            <pc:docMk/>
            <pc:sldMk cId="0" sldId="2000000013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43:44.441" v="1460" actId="33553"/>
          <ac:spMkLst>
            <pc:docMk/>
            <pc:sldMk cId="0" sldId="2000000013"/>
            <ac:spMk id="4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38:04.762" v="1380" actId="962"/>
        <pc:sldMkLst>
          <pc:docMk/>
          <pc:sldMk cId="1279356749" sldId="2147477583"/>
        </pc:sldMkLst>
        <pc:spChg chg="mod">
          <ac:chgData name="Jason Romans" userId="b1594dadafe83612" providerId="LiveId" clId="{CBB49B5A-BAC4-4EF9-90F7-6CF68F907A02}" dt="2026-03-19T13:44:36.840" v="64" actId="2711"/>
          <ac:spMkLst>
            <pc:docMk/>
            <pc:sldMk cId="1279356749" sldId="2147477583"/>
            <ac:spMk id="2" creationId="{0AAAB3F2-43F4-6097-4E2E-DB0053A84A0F}"/>
          </ac:spMkLst>
        </pc:spChg>
        <pc:spChg chg="mod">
          <ac:chgData name="Jason Romans" userId="b1594dadafe83612" providerId="LiveId" clId="{CBB49B5A-BAC4-4EF9-90F7-6CF68F907A02}" dt="2026-03-19T13:44:53.440" v="66" actId="14100"/>
          <ac:spMkLst>
            <pc:docMk/>
            <pc:sldMk cId="1279356749" sldId="2147477583"/>
            <ac:spMk id="6" creationId="{6872C2EF-5BA3-C9C3-4864-CF4E54A477C2}"/>
          </ac:spMkLst>
        </pc:spChg>
        <pc:spChg chg="mod">
          <ac:chgData name="Jason Romans" userId="b1594dadafe83612" providerId="LiveId" clId="{CBB49B5A-BAC4-4EF9-90F7-6CF68F907A02}" dt="2026-03-20T03:34:35.918" v="1293" actId="962"/>
          <ac:spMkLst>
            <pc:docMk/>
            <pc:sldMk cId="1279356749" sldId="2147477583"/>
            <ac:spMk id="7" creationId="{A71A55FD-A9A3-5B7C-845F-C7254049A044}"/>
          </ac:spMkLst>
        </pc:spChg>
        <pc:spChg chg="mod">
          <ac:chgData name="Jason Romans" userId="b1594dadafe83612" providerId="LiveId" clId="{CBB49B5A-BAC4-4EF9-90F7-6CF68F907A02}" dt="2026-03-19T13:44:53.440" v="66" actId="14100"/>
          <ac:spMkLst>
            <pc:docMk/>
            <pc:sldMk cId="1279356749" sldId="2147477583"/>
            <ac:spMk id="26" creationId="{83E22473-06FB-BA92-5159-FBC946F674B7}"/>
          </ac:spMkLst>
        </pc:spChg>
        <pc:spChg chg="mod">
          <ac:chgData name="Jason Romans" userId="b1594dadafe83612" providerId="LiveId" clId="{CBB49B5A-BAC4-4EF9-90F7-6CF68F907A02}" dt="2026-03-19T13:44:53.440" v="66" actId="14100"/>
          <ac:spMkLst>
            <pc:docMk/>
            <pc:sldMk cId="1279356749" sldId="2147477583"/>
            <ac:spMk id="31" creationId="{55CA71F0-3963-D3B5-0E2A-CB054486C0CE}"/>
          </ac:spMkLst>
        </pc:spChg>
        <pc:spChg chg="mod">
          <ac:chgData name="Jason Romans" userId="b1594dadafe83612" providerId="LiveId" clId="{CBB49B5A-BAC4-4EF9-90F7-6CF68F907A02}" dt="2026-03-19T13:45:45.317" v="70" actId="1076"/>
          <ac:spMkLst>
            <pc:docMk/>
            <pc:sldMk cId="1279356749" sldId="2147477583"/>
            <ac:spMk id="38" creationId="{7E6B7894-0C30-56E7-2623-7D0F020F637D}"/>
          </ac:spMkLst>
        </pc:spChg>
        <pc:spChg chg="mod">
          <ac:chgData name="Jason Romans" userId="b1594dadafe83612" providerId="LiveId" clId="{CBB49B5A-BAC4-4EF9-90F7-6CF68F907A02}" dt="2026-03-19T13:45:32.817" v="68" actId="14100"/>
          <ac:spMkLst>
            <pc:docMk/>
            <pc:sldMk cId="1279356749" sldId="2147477583"/>
            <ac:spMk id="42" creationId="{A8810114-A6AA-8E18-4A5A-CFE9A33BA3C8}"/>
          </ac:spMkLst>
        </pc:spChg>
        <pc:spChg chg="mod">
          <ac:chgData name="Jason Romans" userId="b1594dadafe83612" providerId="LiveId" clId="{CBB49B5A-BAC4-4EF9-90F7-6CF68F907A02}" dt="2026-03-19T13:45:40.286" v="69" actId="1076"/>
          <ac:spMkLst>
            <pc:docMk/>
            <pc:sldMk cId="1279356749" sldId="2147477583"/>
            <ac:spMk id="43" creationId="{1833A148-631E-4132-ED64-7AFA9E53C0E0}"/>
          </ac:spMkLst>
        </pc:spChg>
        <pc:spChg chg="mod">
          <ac:chgData name="Jason Romans" userId="b1594dadafe83612" providerId="LiveId" clId="{CBB49B5A-BAC4-4EF9-90F7-6CF68F907A02}" dt="2026-03-19T13:45:32.817" v="68" actId="14100"/>
          <ac:spMkLst>
            <pc:docMk/>
            <pc:sldMk cId="1279356749" sldId="2147477583"/>
            <ac:spMk id="45" creationId="{7F1D82F6-1183-1CC2-9529-7D3D30A78F36}"/>
          </ac:spMkLst>
        </pc:spChg>
        <pc:spChg chg="mod">
          <ac:chgData name="Jason Romans" userId="b1594dadafe83612" providerId="LiveId" clId="{CBB49B5A-BAC4-4EF9-90F7-6CF68F907A02}" dt="2026-03-19T13:45:32.817" v="68" actId="14100"/>
          <ac:spMkLst>
            <pc:docMk/>
            <pc:sldMk cId="1279356749" sldId="2147477583"/>
            <ac:spMk id="56" creationId="{12805D2D-122C-D0FF-8071-CCBB72D22BF7}"/>
          </ac:spMkLst>
        </pc:spChg>
        <pc:grpChg chg="mod">
          <ac:chgData name="Jason Romans" userId="b1594dadafe83612" providerId="LiveId" clId="{CBB49B5A-BAC4-4EF9-90F7-6CF68F907A02}" dt="2026-03-20T03:38:00.069" v="1374" actId="962"/>
          <ac:grpSpMkLst>
            <pc:docMk/>
            <pc:sldMk cId="1279356749" sldId="2147477583"/>
            <ac:grpSpMk id="4" creationId="{60EC686C-3D95-6AD4-6EB6-55F516B2C875}"/>
          </ac:grpSpMkLst>
        </pc:grpChg>
        <pc:grpChg chg="mod">
          <ac:chgData name="Jason Romans" userId="b1594dadafe83612" providerId="LiveId" clId="{CBB49B5A-BAC4-4EF9-90F7-6CF68F907A02}" dt="2026-03-20T03:38:01.052" v="1375" actId="962"/>
          <ac:grpSpMkLst>
            <pc:docMk/>
            <pc:sldMk cId="1279356749" sldId="2147477583"/>
            <ac:grpSpMk id="14" creationId="{E73E5058-EE92-3050-EC39-7527146466FD}"/>
          </ac:grpSpMkLst>
        </pc:grpChg>
        <pc:grpChg chg="mod">
          <ac:chgData name="Jason Romans" userId="b1594dadafe83612" providerId="LiveId" clId="{CBB49B5A-BAC4-4EF9-90F7-6CF68F907A02}" dt="2026-03-20T03:37:56.899" v="1372" actId="962"/>
          <ac:grpSpMkLst>
            <pc:docMk/>
            <pc:sldMk cId="1279356749" sldId="2147477583"/>
            <ac:grpSpMk id="24" creationId="{2CF5BD1D-95E9-868B-1E0D-A16FAB92EB98}"/>
          </ac:grpSpMkLst>
        </pc:grpChg>
        <pc:grpChg chg="mod">
          <ac:chgData name="Jason Romans" userId="b1594dadafe83612" providerId="LiveId" clId="{CBB49B5A-BAC4-4EF9-90F7-6CF68F907A02}" dt="2026-03-20T03:37:58.886" v="1373" actId="962"/>
          <ac:grpSpMkLst>
            <pc:docMk/>
            <pc:sldMk cId="1279356749" sldId="2147477583"/>
            <ac:grpSpMk id="27" creationId="{064A9A42-FEB7-27FD-5E9A-4D1A77882A5A}"/>
          </ac:grpSpMkLst>
        </pc:grpChg>
        <pc:grpChg chg="mod">
          <ac:chgData name="Jason Romans" userId="b1594dadafe83612" providerId="LiveId" clId="{CBB49B5A-BAC4-4EF9-90F7-6CF68F907A02}" dt="2026-03-20T03:38:01.954" v="1376" actId="962"/>
          <ac:grpSpMkLst>
            <pc:docMk/>
            <pc:sldMk cId="1279356749" sldId="2147477583"/>
            <ac:grpSpMk id="34" creationId="{58FC95DC-7D11-3C2B-1FB9-5E5A3C4738F1}"/>
          </ac:grpSpMkLst>
        </pc:grpChg>
        <pc:grpChg chg="mod">
          <ac:chgData name="Jason Romans" userId="b1594dadafe83612" providerId="LiveId" clId="{CBB49B5A-BAC4-4EF9-90F7-6CF68F907A02}" dt="2026-03-20T03:38:02.684" v="1377" actId="962"/>
          <ac:grpSpMkLst>
            <pc:docMk/>
            <pc:sldMk cId="1279356749" sldId="2147477583"/>
            <ac:grpSpMk id="50" creationId="{FFC21905-53EC-A13F-B410-83DCA523CD07}"/>
          </ac:grpSpMkLst>
        </pc:grpChg>
        <pc:grpChg chg="mod">
          <ac:chgData name="Jason Romans" userId="b1594dadafe83612" providerId="LiveId" clId="{CBB49B5A-BAC4-4EF9-90F7-6CF68F907A02}" dt="2026-03-20T03:38:03.499" v="1378" actId="962"/>
          <ac:grpSpMkLst>
            <pc:docMk/>
            <pc:sldMk cId="1279356749" sldId="2147477583"/>
            <ac:grpSpMk id="53" creationId="{9EB6CFFE-1272-F9B7-7CC3-98A56510B2AC}"/>
          </ac:grpSpMkLst>
        </pc:grpChg>
        <pc:grpChg chg="mod">
          <ac:chgData name="Jason Romans" userId="b1594dadafe83612" providerId="LiveId" clId="{CBB49B5A-BAC4-4EF9-90F7-6CF68F907A02}" dt="2026-03-20T03:38:04.116" v="1379" actId="962"/>
          <ac:grpSpMkLst>
            <pc:docMk/>
            <pc:sldMk cId="1279356749" sldId="2147477583"/>
            <ac:grpSpMk id="60" creationId="{1089199A-6452-B214-569D-7419F8F242BB}"/>
          </ac:grpSpMkLst>
        </pc:grpChg>
        <pc:grpChg chg="mod">
          <ac:chgData name="Jason Romans" userId="b1594dadafe83612" providerId="LiveId" clId="{CBB49B5A-BAC4-4EF9-90F7-6CF68F907A02}" dt="2026-03-20T03:38:04.762" v="1380" actId="962"/>
          <ac:grpSpMkLst>
            <pc:docMk/>
            <pc:sldMk cId="1279356749" sldId="2147477583"/>
            <ac:grpSpMk id="63" creationId="{BAC18AD9-86D9-CD22-F3DF-93E3158BBF19}"/>
          </ac:grpSpMkLst>
        </pc:grpChg>
        <pc:cxnChg chg="mod">
          <ac:chgData name="Jason Romans" userId="b1594dadafe83612" providerId="LiveId" clId="{CBB49B5A-BAC4-4EF9-90F7-6CF68F907A02}" dt="2026-03-20T03:34:35.927" v="1294" actId="962"/>
          <ac:cxnSpMkLst>
            <pc:docMk/>
            <pc:sldMk cId="1279356749" sldId="2147477583"/>
            <ac:cxnSpMk id="40" creationId="{DFDE2F39-0887-97ED-F2E2-A314F1B636F6}"/>
          </ac:cxnSpMkLst>
        </pc:cxnChg>
      </pc:sldChg>
      <pc:sldChg chg="modSp mod">
        <pc:chgData name="Jason Romans" userId="b1594dadafe83612" providerId="LiveId" clId="{CBB49B5A-BAC4-4EF9-90F7-6CF68F907A02}" dt="2026-03-20T03:35:58.571" v="1352" actId="962"/>
        <pc:sldMkLst>
          <pc:docMk/>
          <pc:sldMk cId="2724296942" sldId="2147477598"/>
        </pc:sldMkLst>
        <pc:spChg chg="mod">
          <ac:chgData name="Jason Romans" userId="b1594dadafe83612" providerId="LiveId" clId="{CBB49B5A-BAC4-4EF9-90F7-6CF68F907A02}" dt="2026-03-19T13:37:05.193" v="10" actId="255"/>
          <ac:spMkLst>
            <pc:docMk/>
            <pc:sldMk cId="2724296942" sldId="2147477598"/>
            <ac:spMk id="2" creationId="{A8731F8B-E3CF-4654-2860-46025B64D594}"/>
          </ac:spMkLst>
        </pc:spChg>
        <pc:spChg chg="mod">
          <ac:chgData name="Jason Romans" userId="b1594dadafe83612" providerId="LiveId" clId="{CBB49B5A-BAC4-4EF9-90F7-6CF68F907A02}" dt="2026-03-19T13:37:23.817" v="13" actId="255"/>
          <ac:spMkLst>
            <pc:docMk/>
            <pc:sldMk cId="2724296942" sldId="2147477598"/>
            <ac:spMk id="3" creationId="{E03BF91B-780B-F387-B857-27B939AA2C05}"/>
          </ac:spMkLst>
        </pc:spChg>
        <pc:grpChg chg="mod">
          <ac:chgData name="Jason Romans" userId="b1594dadafe83612" providerId="LiveId" clId="{CBB49B5A-BAC4-4EF9-90F7-6CF68F907A02}" dt="2026-03-20T03:35:58.571" v="1352" actId="962"/>
          <ac:grpSpMkLst>
            <pc:docMk/>
            <pc:sldMk cId="2724296942" sldId="2147477598"/>
            <ac:grpSpMk id="6" creationId="{506B6285-0B39-F252-143F-BD3ADB3DFD97}"/>
          </ac:grpSpMkLst>
        </pc:grpChg>
      </pc:sldChg>
      <pc:sldChg chg="modSp mod">
        <pc:chgData name="Jason Romans" userId="b1594dadafe83612" providerId="LiveId" clId="{CBB49B5A-BAC4-4EF9-90F7-6CF68F907A02}" dt="2026-03-20T03:59:23.021" v="1615" actId="962"/>
        <pc:sldMkLst>
          <pc:docMk/>
          <pc:sldMk cId="598238240" sldId="2147477605"/>
        </pc:sldMkLst>
        <pc:spChg chg="ord">
          <ac:chgData name="Jason Romans" userId="b1594dadafe83612" providerId="LiveId" clId="{CBB49B5A-BAC4-4EF9-90F7-6CF68F907A02}" dt="2026-03-20T03:58:59.924" v="1611"/>
          <ac:spMkLst>
            <pc:docMk/>
            <pc:sldMk cId="598238240" sldId="2147477605"/>
            <ac:spMk id="9" creationId="{811BECA1-6C80-4BA2-E138-46D7D4DDFD27}"/>
          </ac:spMkLst>
        </pc:spChg>
        <pc:spChg chg="ord">
          <ac:chgData name="Jason Romans" userId="b1594dadafe83612" providerId="LiveId" clId="{CBB49B5A-BAC4-4EF9-90F7-6CF68F907A02}" dt="2026-03-20T03:58:55.833" v="1605"/>
          <ac:spMkLst>
            <pc:docMk/>
            <pc:sldMk cId="598238240" sldId="2147477605"/>
            <ac:spMk id="14" creationId="{03FE31E6-A157-ED8B-6EA8-7F00DBDAD9BE}"/>
          </ac:spMkLst>
        </pc:spChg>
        <pc:spChg chg="mod">
          <ac:chgData name="Jason Romans" userId="b1594dadafe83612" providerId="LiveId" clId="{CBB49B5A-BAC4-4EF9-90F7-6CF68F907A02}" dt="2026-03-20T03:59:22.056" v="1613" actId="962"/>
          <ac:spMkLst>
            <pc:docMk/>
            <pc:sldMk cId="598238240" sldId="2147477605"/>
            <ac:spMk id="22" creationId="{773E2462-CCB6-0871-3D32-D989F1BCD755}"/>
          </ac:spMkLst>
        </pc:spChg>
        <pc:spChg chg="mod">
          <ac:chgData name="Jason Romans" userId="b1594dadafe83612" providerId="LiveId" clId="{CBB49B5A-BAC4-4EF9-90F7-6CF68F907A02}" dt="2026-03-20T03:59:23.021" v="1615" actId="962"/>
          <ac:spMkLst>
            <pc:docMk/>
            <pc:sldMk cId="598238240" sldId="2147477605"/>
            <ac:spMk id="30" creationId="{0167CE5C-5840-3C86-4856-8E4853BC5372}"/>
          </ac:spMkLst>
        </pc:spChg>
        <pc:picChg chg="mod">
          <ac:chgData name="Jason Romans" userId="b1594dadafe83612" providerId="LiveId" clId="{CBB49B5A-BAC4-4EF9-90F7-6CF68F907A02}" dt="2026-03-20T03:35:22.779" v="1348" actId="962"/>
          <ac:picMkLst>
            <pc:docMk/>
            <pc:sldMk cId="598238240" sldId="2147477605"/>
            <ac:picMk id="4" creationId="{968FEB7D-625A-8D19-772F-B89C7CBA94A4}"/>
          </ac:picMkLst>
        </pc:picChg>
        <pc:picChg chg="mod">
          <ac:chgData name="Jason Romans" userId="b1594dadafe83612" providerId="LiveId" clId="{CBB49B5A-BAC4-4EF9-90F7-6CF68F907A02}" dt="2026-03-20T03:35:20.294" v="1346" actId="962"/>
          <ac:picMkLst>
            <pc:docMk/>
            <pc:sldMk cId="598238240" sldId="2147477605"/>
            <ac:picMk id="13" creationId="{7C815971-BC36-6ADB-B471-84AF4D7F97DF}"/>
          </ac:picMkLst>
        </pc:picChg>
      </pc:sldChg>
      <pc:sldChg chg="addSp delSp modSp mod">
        <pc:chgData name="Jason Romans" userId="b1594dadafe83612" providerId="LiveId" clId="{CBB49B5A-BAC4-4EF9-90F7-6CF68F907A02}" dt="2026-03-20T03:43:01.337" v="1447" actId="33553"/>
        <pc:sldMkLst>
          <pc:docMk/>
          <pc:sldMk cId="3871242301" sldId="2147477611"/>
        </pc:sldMkLst>
        <pc:spChg chg="mod">
          <ac:chgData name="Jason Romans" userId="b1594dadafe83612" providerId="LiveId" clId="{CBB49B5A-BAC4-4EF9-90F7-6CF68F907A02}" dt="2026-03-20T03:34:36.644" v="1342" actId="962"/>
          <ac:spMkLst>
            <pc:docMk/>
            <pc:sldMk cId="3871242301" sldId="2147477611"/>
            <ac:spMk id="2" creationId="{8C5232CC-272A-AD20-28B8-1C9918EFA9F6}"/>
          </ac:spMkLst>
        </pc:spChg>
        <pc:spChg chg="add del mod">
          <ac:chgData name="Jason Romans" userId="b1594dadafe83612" providerId="LiveId" clId="{CBB49B5A-BAC4-4EF9-90F7-6CF68F907A02}" dt="2026-03-20T03:42:39.157" v="1435" actId="478"/>
          <ac:spMkLst>
            <pc:docMk/>
            <pc:sldMk cId="3871242301" sldId="2147477611"/>
            <ac:spMk id="4" creationId="{C1058BEC-2AB8-4120-23FD-3F653E6F9773}"/>
          </ac:spMkLst>
        </pc:spChg>
        <pc:spChg chg="mod">
          <ac:chgData name="Jason Romans" userId="b1594dadafe83612" providerId="LiveId" clId="{CBB49B5A-BAC4-4EF9-90F7-6CF68F907A02}" dt="2026-03-20T03:43:01.337" v="1447" actId="33553"/>
          <ac:spMkLst>
            <pc:docMk/>
            <pc:sldMk cId="3871242301" sldId="2147477611"/>
            <ac:spMk id="5" creationId="{D66E424D-4557-9846-D8F5-4AC70253D16A}"/>
          </ac:spMkLst>
        </pc:spChg>
        <pc:spChg chg="add del mod">
          <ac:chgData name="Jason Romans" userId="b1594dadafe83612" providerId="LiveId" clId="{CBB49B5A-BAC4-4EF9-90F7-6CF68F907A02}" dt="2026-03-20T03:42:55.886" v="1446" actId="478"/>
          <ac:spMkLst>
            <pc:docMk/>
            <pc:sldMk cId="3871242301" sldId="2147477611"/>
            <ac:spMk id="6" creationId="{B522F74D-88B6-A306-7DBC-EDBB0B89B79F}"/>
          </ac:spMkLst>
        </pc:spChg>
        <pc:grpChg chg="mod">
          <ac:chgData name="Jason Romans" userId="b1594dadafe83612" providerId="LiveId" clId="{CBB49B5A-BAC4-4EF9-90F7-6CF68F907A02}" dt="2026-03-20T03:40:55.846" v="1433" actId="962"/>
          <ac:grpSpMkLst>
            <pc:docMk/>
            <pc:sldMk cId="3871242301" sldId="2147477611"/>
            <ac:grpSpMk id="13" creationId="{239714C2-FF6D-4EE8-8ED2-31B16F897429}"/>
          </ac:grpSpMkLst>
        </pc:grpChg>
        <pc:picChg chg="mod">
          <ac:chgData name="Jason Romans" userId="b1594dadafe83612" providerId="LiveId" clId="{CBB49B5A-BAC4-4EF9-90F7-6CF68F907A02}" dt="2026-03-20T03:40:46.159" v="1431" actId="962"/>
          <ac:picMkLst>
            <pc:docMk/>
            <pc:sldMk cId="3871242301" sldId="2147477611"/>
            <ac:picMk id="12" creationId="{3EECC750-A404-9134-EE1A-48ECE8C31073}"/>
          </ac:picMkLst>
        </pc:picChg>
      </pc:sldChg>
      <pc:sldChg chg="addSp delSp modSp mod addAnim delAnim modAnim">
        <pc:chgData name="Jason Romans" userId="b1594dadafe83612" providerId="LiveId" clId="{CBB49B5A-BAC4-4EF9-90F7-6CF68F907A02}" dt="2026-03-20T03:43:26.109" v="1450" actId="33553"/>
        <pc:sldMkLst>
          <pc:docMk/>
          <pc:sldMk cId="0" sldId="2147477614"/>
        </pc:sldMkLst>
        <pc:spChg chg="mod">
          <ac:chgData name="Jason Romans" userId="b1594dadafe83612" providerId="LiveId" clId="{CBB49B5A-BAC4-4EF9-90F7-6CF68F907A02}" dt="2026-03-19T15:00:40.278" v="226"/>
          <ac:spMkLst>
            <pc:docMk/>
            <pc:sldMk cId="0" sldId="2147477614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22:42.116" v="355" actId="1076"/>
          <ac:spMkLst>
            <pc:docMk/>
            <pc:sldMk cId="0" sldId="2147477614"/>
            <ac:spMk id="3" creationId="{00000000-0000-0000-0000-000000000000}"/>
          </ac:spMkLst>
        </pc:spChg>
        <pc:spChg chg="add del mod">
          <ac:chgData name="Jason Romans" userId="b1594dadafe83612" providerId="LiveId" clId="{CBB49B5A-BAC4-4EF9-90F7-6CF68F907A02}" dt="2026-03-19T15:07:33.976" v="300" actId="478"/>
          <ac:spMkLst>
            <pc:docMk/>
            <pc:sldMk cId="0" sldId="2147477614"/>
            <ac:spMk id="6" creationId="{CAAA13C1-61BA-9A80-7D3C-F41335F0C193}"/>
          </ac:spMkLst>
        </pc:spChg>
        <pc:spChg chg="add del mod">
          <ac:chgData name="Jason Romans" userId="b1594dadafe83612" providerId="LiveId" clId="{CBB49B5A-BAC4-4EF9-90F7-6CF68F907A02}" dt="2026-03-19T15:07:44.740" v="304" actId="478"/>
          <ac:spMkLst>
            <pc:docMk/>
            <pc:sldMk cId="0" sldId="2147477614"/>
            <ac:spMk id="7" creationId="{AE2664E1-D7A6-7CB9-BC37-4F208F577E18}"/>
          </ac:spMkLst>
        </pc:spChg>
        <pc:spChg chg="add del">
          <ac:chgData name="Jason Romans" userId="b1594dadafe83612" providerId="LiveId" clId="{CBB49B5A-BAC4-4EF9-90F7-6CF68F907A02}" dt="2026-03-19T15:03:04.302" v="285" actId="22"/>
          <ac:spMkLst>
            <pc:docMk/>
            <pc:sldMk cId="0" sldId="2147477614"/>
            <ac:spMk id="9" creationId="{922CBDD1-2566-E098-37BD-58B010B61802}"/>
          </ac:spMkLst>
        </pc:spChg>
        <pc:spChg chg="add mod">
          <ac:chgData name="Jason Romans" userId="b1594dadafe83612" providerId="LiveId" clId="{CBB49B5A-BAC4-4EF9-90F7-6CF68F907A02}" dt="2026-03-20T03:43:26.109" v="1450" actId="33553"/>
          <ac:spMkLst>
            <pc:docMk/>
            <pc:sldMk cId="0" sldId="2147477614"/>
            <ac:spMk id="10" creationId="{DAE11AC7-958E-587A-9FCB-72091AD1C21A}"/>
          </ac:spMkLst>
        </pc:spChg>
        <pc:spChg chg="add mod">
          <ac:chgData name="Jason Romans" userId="b1594dadafe83612" providerId="LiveId" clId="{CBB49B5A-BAC4-4EF9-90F7-6CF68F907A02}" dt="2026-03-19T15:07:19.072" v="298"/>
          <ac:spMkLst>
            <pc:docMk/>
            <pc:sldMk cId="0" sldId="2147477614"/>
            <ac:spMk id="11" creationId="{077DFC61-DBC8-DD5C-3E7A-ABF15BEA6B72}"/>
          </ac:spMkLst>
        </pc:spChg>
        <pc:picChg chg="del">
          <ac:chgData name="Jason Romans" userId="b1594dadafe83612" providerId="LiveId" clId="{CBB49B5A-BAC4-4EF9-90F7-6CF68F907A02}" dt="2026-03-19T15:08:05.645" v="305" actId="478"/>
          <ac:picMkLst>
            <pc:docMk/>
            <pc:sldMk cId="0" sldId="2147477614"/>
            <ac:picMk id="4" creationId="{F8317E02-7B16-D348-66FE-D5FDBB5966A9}"/>
          </ac:picMkLst>
        </pc:picChg>
        <pc:picChg chg="mod">
          <ac:chgData name="Jason Romans" userId="b1594dadafe83612" providerId="LiveId" clId="{CBB49B5A-BAC4-4EF9-90F7-6CF68F907A02}" dt="2026-03-19T15:13:02.456" v="314" actId="1076"/>
          <ac:picMkLst>
            <pc:docMk/>
            <pc:sldMk cId="0" sldId="2147477614"/>
            <ac:picMk id="5" creationId="{BBF6109E-3090-9291-C4ED-C6C8B4145F4C}"/>
          </ac:picMkLst>
        </pc:picChg>
      </pc:sldChg>
      <pc:sldChg chg="modSp mod addAnim delAnim modAnim">
        <pc:chgData name="Jason Romans" userId="b1594dadafe83612" providerId="LiveId" clId="{CBB49B5A-BAC4-4EF9-90F7-6CF68F907A02}" dt="2026-03-20T03:43:27.571" v="1451" actId="33553"/>
        <pc:sldMkLst>
          <pc:docMk/>
          <pc:sldMk cId="0" sldId="2147477615"/>
        </pc:sldMkLst>
        <pc:spChg chg="mod">
          <ac:chgData name="Jason Romans" userId="b1594dadafe83612" providerId="LiveId" clId="{CBB49B5A-BAC4-4EF9-90F7-6CF68F907A02}" dt="2026-03-19T13:39:37.885" v="23" actId="255"/>
          <ac:spMkLst>
            <pc:docMk/>
            <pc:sldMk cId="0" sldId="2147477615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39:47.885" v="24" actId="255"/>
          <ac:spMkLst>
            <pc:docMk/>
            <pc:sldMk cId="0" sldId="2147477615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43:27.571" v="1451" actId="33553"/>
          <ac:spMkLst>
            <pc:docMk/>
            <pc:sldMk cId="0" sldId="2147477615"/>
            <ac:spMk id="4" creationId="{00000000-0000-0000-0000-000000000000}"/>
          </ac:spMkLst>
        </pc:spChg>
      </pc:sldChg>
      <pc:sldChg chg="modSp mod modAnim">
        <pc:chgData name="Jason Romans" userId="b1594dadafe83612" providerId="LiveId" clId="{CBB49B5A-BAC4-4EF9-90F7-6CF68F907A02}" dt="2026-03-20T03:43:29.043" v="1452" actId="33553"/>
        <pc:sldMkLst>
          <pc:docMk/>
          <pc:sldMk cId="0" sldId="2147477616"/>
        </pc:sldMkLst>
        <pc:spChg chg="mod">
          <ac:chgData name="Jason Romans" userId="b1594dadafe83612" providerId="LiveId" clId="{CBB49B5A-BAC4-4EF9-90F7-6CF68F907A02}" dt="2026-03-20T03:43:29.043" v="1452" actId="33553"/>
          <ac:spMkLst>
            <pc:docMk/>
            <pc:sldMk cId="0" sldId="2147477616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49:25.469" v="459" actId="20577"/>
          <ac:spMkLst>
            <pc:docMk/>
            <pc:sldMk cId="0" sldId="2147477616"/>
            <ac:spMk id="3" creationId="{00000000-0000-0000-0000-000000000000}"/>
          </ac:spMkLst>
        </pc:spChg>
      </pc:sldChg>
      <pc:sldChg chg="addSp modSp mod modAnim">
        <pc:chgData name="Jason Romans" userId="b1594dadafe83612" providerId="LiveId" clId="{CBB49B5A-BAC4-4EF9-90F7-6CF68F907A02}" dt="2026-03-20T03:43:35.220" v="1455" actId="33553"/>
        <pc:sldMkLst>
          <pc:docMk/>
          <pc:sldMk cId="0" sldId="2147477617"/>
        </pc:sldMkLst>
        <pc:spChg chg="mod">
          <ac:chgData name="Jason Romans" userId="b1594dadafe83612" providerId="LiveId" clId="{CBB49B5A-BAC4-4EF9-90F7-6CF68F907A02}" dt="2026-03-20T03:43:35.220" v="1455" actId="33553"/>
          <ac:spMkLst>
            <pc:docMk/>
            <pc:sldMk cId="0" sldId="2147477617"/>
            <ac:spMk id="2" creationId="{00000000-0000-0000-0000-000000000000}"/>
          </ac:spMkLst>
        </pc:spChg>
        <pc:spChg chg="add mod">
          <ac:chgData name="Jason Romans" userId="b1594dadafe83612" providerId="LiveId" clId="{CBB49B5A-BAC4-4EF9-90F7-6CF68F907A02}" dt="2026-03-19T16:03:05.524" v="558" actId="1076"/>
          <ac:spMkLst>
            <pc:docMk/>
            <pc:sldMk cId="0" sldId="2147477617"/>
            <ac:spMk id="3" creationId="{4B7AA9CA-E6C6-D9C5-350F-172487CAD10E}"/>
          </ac:spMkLst>
        </pc:spChg>
        <pc:spChg chg="mod">
          <ac:chgData name="Jason Romans" userId="b1594dadafe83612" providerId="LiveId" clId="{CBB49B5A-BAC4-4EF9-90F7-6CF68F907A02}" dt="2026-03-19T18:22:47.084" v="920" actId="20577"/>
          <ac:spMkLst>
            <pc:docMk/>
            <pc:sldMk cId="0" sldId="2147477617"/>
            <ac:spMk id="4" creationId="{00000000-0000-0000-0000-000000000000}"/>
          </ac:spMkLst>
        </pc:spChg>
      </pc:sldChg>
      <pc:sldChg chg="modSp mod addAnim delAnim modAnim">
        <pc:chgData name="Jason Romans" userId="b1594dadafe83612" providerId="LiveId" clId="{CBB49B5A-BAC4-4EF9-90F7-6CF68F907A02}" dt="2026-03-20T03:43:31.241" v="1453" actId="33553"/>
        <pc:sldMkLst>
          <pc:docMk/>
          <pc:sldMk cId="0" sldId="2147477618"/>
        </pc:sldMkLst>
        <pc:spChg chg="mod">
          <ac:chgData name="Jason Romans" userId="b1594dadafe83612" providerId="LiveId" clId="{CBB49B5A-BAC4-4EF9-90F7-6CF68F907A02}" dt="2026-03-20T03:43:31.241" v="1453" actId="33553"/>
          <ac:spMkLst>
            <pc:docMk/>
            <pc:sldMk cId="0" sldId="2147477618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3:42:00.935" v="43" actId="255"/>
          <ac:spMkLst>
            <pc:docMk/>
            <pc:sldMk cId="0" sldId="2147477618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49:49.341" v="461" actId="12"/>
          <ac:spMkLst>
            <pc:docMk/>
            <pc:sldMk cId="0" sldId="2147477618"/>
            <ac:spMk id="4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56.571" v="1467" actId="33553"/>
        <pc:sldMkLst>
          <pc:docMk/>
          <pc:sldMk cId="2065670358" sldId="2147477621"/>
        </pc:sldMkLst>
        <pc:spChg chg="mod">
          <ac:chgData name="Jason Romans" userId="b1594dadafe83612" providerId="LiveId" clId="{CBB49B5A-BAC4-4EF9-90F7-6CF68F907A02}" dt="2026-03-20T03:43:56.571" v="1467" actId="33553"/>
          <ac:spMkLst>
            <pc:docMk/>
            <pc:sldMk cId="2065670358" sldId="2147477621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25:30.347" v="1029" actId="1076"/>
          <ac:spMkLst>
            <pc:docMk/>
            <pc:sldMk cId="2065670358" sldId="2147477621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235" v="1312" actId="962"/>
          <ac:spMkLst>
            <pc:docMk/>
            <pc:sldMk cId="2065670358" sldId="2147477621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25:11.884" v="1027" actId="1076"/>
          <ac:spMkLst>
            <pc:docMk/>
            <pc:sldMk cId="2065670358" sldId="2147477621"/>
            <ac:spMk id="5" creationId="{00000000-0000-0000-0000-000000000000}"/>
          </ac:spMkLst>
        </pc:spChg>
      </pc:sldChg>
      <pc:sldChg chg="addSp modSp mod addAnim delAnim modAnim">
        <pc:chgData name="Jason Romans" userId="b1594dadafe83612" providerId="LiveId" clId="{CBB49B5A-BAC4-4EF9-90F7-6CF68F907A02}" dt="2026-03-20T03:44:06.439" v="1474" actId="33553"/>
        <pc:sldMkLst>
          <pc:docMk/>
          <pc:sldMk cId="0" sldId="2147477624"/>
        </pc:sldMkLst>
        <pc:spChg chg="mod">
          <ac:chgData name="Jason Romans" userId="b1594dadafe83612" providerId="LiveId" clId="{CBB49B5A-BAC4-4EF9-90F7-6CF68F907A02}" dt="2026-03-20T03:44:06.439" v="1474" actId="33553"/>
          <ac:spMkLst>
            <pc:docMk/>
            <pc:sldMk cId="0" sldId="2147477624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6:33.193" v="1131" actId="207"/>
          <ac:spMkLst>
            <pc:docMk/>
            <pc:sldMk cId="0" sldId="2147477624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6:33.193" v="1131" actId="207"/>
          <ac:spMkLst>
            <pc:docMk/>
            <pc:sldMk cId="0" sldId="2147477624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6:33.193" v="1131" actId="207"/>
          <ac:spMkLst>
            <pc:docMk/>
            <pc:sldMk cId="0" sldId="2147477624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00.091" v="1114" actId="164"/>
          <ac:spMkLst>
            <pc:docMk/>
            <pc:sldMk cId="0" sldId="2147477624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00.091" v="1114" actId="164"/>
          <ac:spMkLst>
            <pc:docMk/>
            <pc:sldMk cId="0" sldId="2147477624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00.091" v="1114" actId="164"/>
          <ac:spMkLst>
            <pc:docMk/>
            <pc:sldMk cId="0" sldId="2147477624"/>
            <ac:spMk id="2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12.625" v="1115" actId="164"/>
          <ac:spMkLst>
            <pc:docMk/>
            <pc:sldMk cId="0" sldId="2147477624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12.625" v="1115" actId="164"/>
          <ac:spMkLst>
            <pc:docMk/>
            <pc:sldMk cId="0" sldId="2147477624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12.625" v="1115" actId="164"/>
          <ac:spMkLst>
            <pc:docMk/>
            <pc:sldMk cId="0" sldId="2147477624"/>
            <ac:spMk id="3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12.625" v="1115" actId="164"/>
          <ac:spMkLst>
            <pc:docMk/>
            <pc:sldMk cId="0" sldId="2147477624"/>
            <ac:spMk id="33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23.124" v="1116" actId="164"/>
          <ac:spMkLst>
            <pc:docMk/>
            <pc:sldMk cId="0" sldId="2147477624"/>
            <ac:spMk id="40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23.124" v="1116" actId="164"/>
          <ac:spMkLst>
            <pc:docMk/>
            <pc:sldMk cId="0" sldId="2147477624"/>
            <ac:spMk id="41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23.124" v="1116" actId="164"/>
          <ac:spMkLst>
            <pc:docMk/>
            <pc:sldMk cId="0" sldId="2147477624"/>
            <ac:spMk id="4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23.124" v="1116" actId="164"/>
          <ac:spMkLst>
            <pc:docMk/>
            <pc:sldMk cId="0" sldId="2147477624"/>
            <ac:spMk id="43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37.513" v="1119" actId="164"/>
          <ac:spMkLst>
            <pc:docMk/>
            <pc:sldMk cId="0" sldId="2147477624"/>
            <ac:spMk id="50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37.513" v="1119" actId="164"/>
          <ac:spMkLst>
            <pc:docMk/>
            <pc:sldMk cId="0" sldId="2147477624"/>
            <ac:spMk id="51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37.513" v="1119" actId="164"/>
          <ac:spMkLst>
            <pc:docMk/>
            <pc:sldMk cId="0" sldId="2147477624"/>
            <ac:spMk id="52" creationId="{00000000-0000-0000-0000-000000000000}"/>
          </ac:spMkLst>
        </pc:spChg>
        <pc:spChg chg="mod">
          <ac:chgData name="Jason Romans" userId="b1594dadafe83612" providerId="LiveId" clId="{CBB49B5A-BAC4-4EF9-90F7-6CF68F907A02}" dt="2026-03-19T20:22:37.513" v="1119" actId="164"/>
          <ac:spMkLst>
            <pc:docMk/>
            <pc:sldMk cId="0" sldId="2147477624"/>
            <ac:spMk id="53" creationId="{00000000-0000-0000-0000-000000000000}"/>
          </ac:spMkLst>
        </pc:spChg>
        <pc:grpChg chg="add mod">
          <ac:chgData name="Jason Romans" userId="b1594dadafe83612" providerId="LiveId" clId="{CBB49B5A-BAC4-4EF9-90F7-6CF68F907A02}" dt="2026-03-20T03:39:43.403" v="1409" actId="962"/>
          <ac:grpSpMkLst>
            <pc:docMk/>
            <pc:sldMk cId="0" sldId="2147477624"/>
            <ac:grpSpMk id="3" creationId="{4227E272-7FB5-9F52-3DBB-0C1ADDDB6421}"/>
          </ac:grpSpMkLst>
        </pc:grpChg>
        <pc:grpChg chg="add mod">
          <ac:chgData name="Jason Romans" userId="b1594dadafe83612" providerId="LiveId" clId="{CBB49B5A-BAC4-4EF9-90F7-6CF68F907A02}" dt="2026-03-20T03:39:44.336" v="1410" actId="962"/>
          <ac:grpSpMkLst>
            <pc:docMk/>
            <pc:sldMk cId="0" sldId="2147477624"/>
            <ac:grpSpMk id="4" creationId="{3B5E3DB3-1107-FDF7-FB05-D0744D1B9E18}"/>
          </ac:grpSpMkLst>
        </pc:grpChg>
        <pc:grpChg chg="add mod">
          <ac:chgData name="Jason Romans" userId="b1594dadafe83612" providerId="LiveId" clId="{CBB49B5A-BAC4-4EF9-90F7-6CF68F907A02}" dt="2026-03-20T03:39:45.061" v="1411" actId="962"/>
          <ac:grpSpMkLst>
            <pc:docMk/>
            <pc:sldMk cId="0" sldId="2147477624"/>
            <ac:grpSpMk id="5" creationId="{AC10694B-D290-B6A0-AD91-EE598722B3FF}"/>
          </ac:grpSpMkLst>
        </pc:grpChg>
        <pc:grpChg chg="add mod">
          <ac:chgData name="Jason Romans" userId="b1594dadafe83612" providerId="LiveId" clId="{CBB49B5A-BAC4-4EF9-90F7-6CF68F907A02}" dt="2026-03-20T03:39:45.689" v="1412" actId="962"/>
          <ac:grpSpMkLst>
            <pc:docMk/>
            <pc:sldMk cId="0" sldId="2147477624"/>
            <ac:grpSpMk id="6" creationId="{31B4DE32-30AB-ABAE-A587-727E5CFB55A7}"/>
          </ac:grpSpMkLst>
        </pc:grpChg>
        <pc:grpChg chg="add mod">
          <ac:chgData name="Jason Romans" userId="b1594dadafe83612" providerId="LiveId" clId="{CBB49B5A-BAC4-4EF9-90F7-6CF68F907A02}" dt="2026-03-20T03:39:46.535" v="1413" actId="962"/>
          <ac:grpSpMkLst>
            <pc:docMk/>
            <pc:sldMk cId="0" sldId="2147477624"/>
            <ac:grpSpMk id="7" creationId="{13A994C0-25E2-72D4-2F09-B6693AD6BA4A}"/>
          </ac:grpSpMkLst>
        </pc:grpChg>
      </pc:sldChg>
      <pc:sldChg chg="addSp delSp modSp mod addAnim delAnim modAnim">
        <pc:chgData name="Jason Romans" userId="b1594dadafe83612" providerId="LiveId" clId="{CBB49B5A-BAC4-4EF9-90F7-6CF68F907A02}" dt="2026-03-20T03:55:48.059" v="1590" actId="962"/>
        <pc:sldMkLst>
          <pc:docMk/>
          <pc:sldMk cId="0" sldId="2147477626"/>
        </pc:sldMkLst>
        <pc:spChg chg="mod">
          <ac:chgData name="Jason Romans" userId="b1594dadafe83612" providerId="LiveId" clId="{CBB49B5A-BAC4-4EF9-90F7-6CF68F907A02}" dt="2026-03-20T03:53:36.596" v="1575" actId="1076"/>
          <ac:spMkLst>
            <pc:docMk/>
            <pc:sldMk cId="0" sldId="2147477626"/>
            <ac:spMk id="2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2:01.755" v="1568" actId="165"/>
          <ac:spMkLst>
            <pc:docMk/>
            <pc:sldMk cId="0" sldId="2147477626"/>
            <ac:spMk id="10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2:01.755" v="1568" actId="165"/>
          <ac:spMkLst>
            <pc:docMk/>
            <pc:sldMk cId="0" sldId="2147477626"/>
            <ac:spMk id="11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2:01.755" v="1568" actId="165"/>
          <ac:spMkLst>
            <pc:docMk/>
            <pc:sldMk cId="0" sldId="2147477626"/>
            <ac:spMk id="12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2:01.755" v="1568" actId="165"/>
          <ac:spMkLst>
            <pc:docMk/>
            <pc:sldMk cId="0" sldId="2147477626"/>
            <ac:spMk id="13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2:01.755" v="1568" actId="165"/>
          <ac:spMkLst>
            <pc:docMk/>
            <pc:sldMk cId="0" sldId="2147477626"/>
            <ac:spMk id="14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3:56.066" v="1576" actId="338"/>
          <ac:spMkLst>
            <pc:docMk/>
            <pc:sldMk cId="0" sldId="2147477626"/>
            <ac:spMk id="20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3:56.066" v="1576" actId="338"/>
          <ac:spMkLst>
            <pc:docMk/>
            <pc:sldMk cId="0" sldId="2147477626"/>
            <ac:spMk id="21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3:56.066" v="1576" actId="338"/>
          <ac:spMkLst>
            <pc:docMk/>
            <pc:sldMk cId="0" sldId="2147477626"/>
            <ac:spMk id="22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3:56.066" v="1576" actId="338"/>
          <ac:spMkLst>
            <pc:docMk/>
            <pc:sldMk cId="0" sldId="2147477626"/>
            <ac:spMk id="23" creationId="{00000000-0000-0000-0000-000000000000}"/>
          </ac:spMkLst>
        </pc:spChg>
        <pc:spChg chg="mod topLvl">
          <ac:chgData name="Jason Romans" userId="b1594dadafe83612" providerId="LiveId" clId="{CBB49B5A-BAC4-4EF9-90F7-6CF68F907A02}" dt="2026-03-20T03:53:56.066" v="1576" actId="338"/>
          <ac:spMkLst>
            <pc:docMk/>
            <pc:sldMk cId="0" sldId="2147477626"/>
            <ac:spMk id="24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52:23.871" v="1570" actId="14100"/>
          <ac:spMkLst>
            <pc:docMk/>
            <pc:sldMk cId="0" sldId="2147477626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519" v="1331" actId="962"/>
          <ac:spMkLst>
            <pc:docMk/>
            <pc:sldMk cId="0" sldId="2147477626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52:23.871" v="1570" actId="14100"/>
          <ac:spMkLst>
            <pc:docMk/>
            <pc:sldMk cId="0" sldId="2147477626"/>
            <ac:spMk id="3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52:23.871" v="1570" actId="14100"/>
          <ac:spMkLst>
            <pc:docMk/>
            <pc:sldMk cId="0" sldId="2147477626"/>
            <ac:spMk id="34" creationId="{00000000-0000-0000-0000-000000000000}"/>
          </ac:spMkLst>
        </pc:spChg>
        <pc:grpChg chg="add mod">
          <ac:chgData name="Jason Romans" userId="b1594dadafe83612" providerId="LiveId" clId="{CBB49B5A-BAC4-4EF9-90F7-6CF68F907A02}" dt="2026-03-20T03:48:49.756" v="1551" actId="164"/>
          <ac:grpSpMkLst>
            <pc:docMk/>
            <pc:sldMk cId="0" sldId="2147477626"/>
            <ac:grpSpMk id="3" creationId="{DEFFC773-292A-EDCE-DF35-017705D5661F}"/>
          </ac:grpSpMkLst>
        </pc:grpChg>
        <pc:grpChg chg="add mod">
          <ac:chgData name="Jason Romans" userId="b1594dadafe83612" providerId="LiveId" clId="{CBB49B5A-BAC4-4EF9-90F7-6CF68F907A02}" dt="2026-03-20T03:49:27.871" v="1558" actId="164"/>
          <ac:grpSpMkLst>
            <pc:docMk/>
            <pc:sldMk cId="0" sldId="2147477626"/>
            <ac:grpSpMk id="4" creationId="{DB7A6C1C-EC44-767C-CE5D-30D0EB922B4F}"/>
          </ac:grpSpMkLst>
        </pc:grpChg>
        <pc:grpChg chg="add mod">
          <ac:chgData name="Jason Romans" userId="b1594dadafe83612" providerId="LiveId" clId="{CBB49B5A-BAC4-4EF9-90F7-6CF68F907A02}" dt="2026-03-20T03:55:48.059" v="1590" actId="962"/>
          <ac:grpSpMkLst>
            <pc:docMk/>
            <pc:sldMk cId="0" sldId="2147477626"/>
            <ac:grpSpMk id="5" creationId="{67C247E3-C73B-FF36-2E9F-98E09D4F65BC}"/>
          </ac:grpSpMkLst>
        </pc:grpChg>
      </pc:sldChg>
      <pc:sldChg chg="modSp mod">
        <pc:chgData name="Jason Romans" userId="b1594dadafe83612" providerId="LiveId" clId="{CBB49B5A-BAC4-4EF9-90F7-6CF68F907A02}" dt="2026-03-20T03:54:33.972" v="1580" actId="20577"/>
        <pc:sldMkLst>
          <pc:docMk/>
          <pc:sldMk cId="0" sldId="2147477627"/>
        </pc:sldMkLst>
        <pc:spChg chg="mod">
          <ac:chgData name="Jason Romans" userId="b1594dadafe83612" providerId="LiveId" clId="{CBB49B5A-BAC4-4EF9-90F7-6CF68F907A02}" dt="2026-03-20T03:44:16.752" v="1481" actId="33553"/>
          <ac:spMkLst>
            <pc:docMk/>
            <pc:sldMk cId="0" sldId="2147477627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54:33.972" v="1580" actId="20577"/>
          <ac:spMkLst>
            <pc:docMk/>
            <pc:sldMk cId="0" sldId="2147477627"/>
            <ac:spMk id="3" creationId="{00000000-0000-0000-0000-000000000000}"/>
          </ac:spMkLst>
        </pc:spChg>
      </pc:sldChg>
      <pc:sldChg chg="del">
        <pc:chgData name="Jason Romans" userId="b1594dadafe83612" providerId="LiveId" clId="{CBB49B5A-BAC4-4EF9-90F7-6CF68F907A02}" dt="2026-03-19T19:25:48.186" v="1030" actId="2696"/>
        <pc:sldMkLst>
          <pc:docMk/>
          <pc:sldMk cId="3812974471" sldId="2147477629"/>
        </pc:sldMkLst>
      </pc:sldChg>
      <pc:sldChg chg="addSp modSp mod addAnim delAnim modAnim">
        <pc:chgData name="Jason Romans" userId="b1594dadafe83612" providerId="LiveId" clId="{CBB49B5A-BAC4-4EF9-90F7-6CF68F907A02}" dt="2026-03-20T03:43:33.242" v="1454" actId="33553"/>
        <pc:sldMkLst>
          <pc:docMk/>
          <pc:sldMk cId="0" sldId="2147477631"/>
        </pc:sldMkLst>
        <pc:spChg chg="mod">
          <ac:chgData name="Jason Romans" userId="b1594dadafe83612" providerId="LiveId" clId="{CBB49B5A-BAC4-4EF9-90F7-6CF68F907A02}" dt="2026-03-20T03:43:33.242" v="1454" actId="33553"/>
          <ac:spMkLst>
            <pc:docMk/>
            <pc:sldMk cId="0" sldId="2147477631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12.726" v="469" actId="164"/>
          <ac:spMkLst>
            <pc:docMk/>
            <pc:sldMk cId="0" sldId="2147477631"/>
            <ac:spMk id="10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12.726" v="469" actId="164"/>
          <ac:spMkLst>
            <pc:docMk/>
            <pc:sldMk cId="0" sldId="2147477631"/>
            <ac:spMk id="11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12.726" v="469" actId="164"/>
          <ac:spMkLst>
            <pc:docMk/>
            <pc:sldMk cId="0" sldId="2147477631"/>
            <ac:spMk id="1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12.726" v="469" actId="164"/>
          <ac:spMkLst>
            <pc:docMk/>
            <pc:sldMk cId="0" sldId="2147477631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12.726" v="469" actId="164"/>
          <ac:spMkLst>
            <pc:docMk/>
            <pc:sldMk cId="0" sldId="2147477631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21.347" v="470" actId="164"/>
          <ac:spMkLst>
            <pc:docMk/>
            <pc:sldMk cId="0" sldId="2147477631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21.347" v="470" actId="164"/>
          <ac:spMkLst>
            <pc:docMk/>
            <pc:sldMk cId="0" sldId="2147477631"/>
            <ac:spMk id="21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21.347" v="470" actId="164"/>
          <ac:spMkLst>
            <pc:docMk/>
            <pc:sldMk cId="0" sldId="2147477631"/>
            <ac:spMk id="2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21.347" v="470" actId="164"/>
          <ac:spMkLst>
            <pc:docMk/>
            <pc:sldMk cId="0" sldId="2147477631"/>
            <ac:spMk id="2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21.347" v="470" actId="164"/>
          <ac:spMkLst>
            <pc:docMk/>
            <pc:sldMk cId="0" sldId="2147477631"/>
            <ac:spMk id="2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31.099" v="471" actId="164"/>
          <ac:spMkLst>
            <pc:docMk/>
            <pc:sldMk cId="0" sldId="2147477631"/>
            <ac:spMk id="30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31.099" v="471" actId="164"/>
          <ac:spMkLst>
            <pc:docMk/>
            <pc:sldMk cId="0" sldId="2147477631"/>
            <ac:spMk id="31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31.099" v="471" actId="164"/>
          <ac:spMkLst>
            <pc:docMk/>
            <pc:sldMk cId="0" sldId="2147477631"/>
            <ac:spMk id="3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5:31.099" v="471" actId="164"/>
          <ac:spMkLst>
            <pc:docMk/>
            <pc:sldMk cId="0" sldId="2147477631"/>
            <ac:spMk id="3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5:56:35.320" v="498" actId="20577"/>
          <ac:spMkLst>
            <pc:docMk/>
            <pc:sldMk cId="0" sldId="2147477631"/>
            <ac:spMk id="34" creationId="{00000000-0000-0000-0000-000000000000}"/>
          </ac:spMkLst>
        </pc:spChg>
        <pc:grpChg chg="add mod">
          <ac:chgData name="Jason Romans" userId="b1594dadafe83612" providerId="LiveId" clId="{CBB49B5A-BAC4-4EF9-90F7-6CF68F907A02}" dt="2026-03-20T03:37:21.334" v="1366" actId="962"/>
          <ac:grpSpMkLst>
            <pc:docMk/>
            <pc:sldMk cId="0" sldId="2147477631"/>
            <ac:grpSpMk id="3" creationId="{ACE5841A-ED97-CFD0-D3A9-DD80A9AF58FB}"/>
          </ac:grpSpMkLst>
        </pc:grpChg>
        <pc:grpChg chg="add mod">
          <ac:chgData name="Jason Romans" userId="b1594dadafe83612" providerId="LiveId" clId="{CBB49B5A-BAC4-4EF9-90F7-6CF68F907A02}" dt="2026-03-20T03:37:37.791" v="1368" actId="962"/>
          <ac:grpSpMkLst>
            <pc:docMk/>
            <pc:sldMk cId="0" sldId="2147477631"/>
            <ac:grpSpMk id="4" creationId="{D4EA4F32-D426-810D-CA59-28566D25A581}"/>
          </ac:grpSpMkLst>
        </pc:grpChg>
        <pc:grpChg chg="add mod">
          <ac:chgData name="Jason Romans" userId="b1594dadafe83612" providerId="LiveId" clId="{CBB49B5A-BAC4-4EF9-90F7-6CF68F907A02}" dt="2026-03-20T03:37:43.358" v="1370" actId="962"/>
          <ac:grpSpMkLst>
            <pc:docMk/>
            <pc:sldMk cId="0" sldId="2147477631"/>
            <ac:grpSpMk id="5" creationId="{B9C50137-37DD-B3C5-A23F-78A2A722A688}"/>
          </ac:grpSpMkLst>
        </pc:grpChg>
      </pc:sldChg>
      <pc:sldChg chg="addSp modSp mod addAnim delAnim modAnim">
        <pc:chgData name="Jason Romans" userId="b1594dadafe83612" providerId="LiveId" clId="{CBB49B5A-BAC4-4EF9-90F7-6CF68F907A02}" dt="2026-03-19T16:12:15.951" v="652"/>
        <pc:sldMkLst>
          <pc:docMk/>
          <pc:sldMk cId="1172546021" sldId="2147477632"/>
        </pc:sldMkLst>
        <pc:spChg chg="mod">
          <ac:chgData name="Jason Romans" userId="b1594dadafe83612" providerId="LiveId" clId="{CBB49B5A-BAC4-4EF9-90F7-6CF68F907A02}" dt="2026-03-19T13:51:37.772" v="93" actId="1076"/>
          <ac:spMkLst>
            <pc:docMk/>
            <pc:sldMk cId="1172546021" sldId="2147477632"/>
            <ac:spMk id="2" creationId="{145C2753-8A72-9249-4735-649920982404}"/>
          </ac:spMkLst>
        </pc:spChg>
        <pc:spChg chg="mod">
          <ac:chgData name="Jason Romans" userId="b1594dadafe83612" providerId="LiveId" clId="{CBB49B5A-BAC4-4EF9-90F7-6CF68F907A02}" dt="2026-03-19T16:11:30.213" v="647" actId="15"/>
          <ac:spMkLst>
            <pc:docMk/>
            <pc:sldMk cId="1172546021" sldId="2147477632"/>
            <ac:spMk id="3" creationId="{27F95BDC-C880-3AB4-21A3-0C8152DBA678}"/>
          </ac:spMkLst>
        </pc:spChg>
        <pc:spChg chg="add">
          <ac:chgData name="Jason Romans" userId="b1594dadafe83612" providerId="LiveId" clId="{CBB49B5A-BAC4-4EF9-90F7-6CF68F907A02}" dt="2026-03-19T14:54:16.316" v="203"/>
          <ac:spMkLst>
            <pc:docMk/>
            <pc:sldMk cId="1172546021" sldId="2147477632"/>
            <ac:spMk id="4" creationId="{35401209-910E-8AED-B645-B16163570477}"/>
          </ac:spMkLst>
        </pc:spChg>
        <pc:spChg chg="add mod">
          <ac:chgData name="Jason Romans" userId="b1594dadafe83612" providerId="LiveId" clId="{CBB49B5A-BAC4-4EF9-90F7-6CF68F907A02}" dt="2026-03-19T14:56:02.224" v="211"/>
          <ac:spMkLst>
            <pc:docMk/>
            <pc:sldMk cId="1172546021" sldId="2147477632"/>
            <ac:spMk id="5" creationId="{DFD117A6-829B-A045-6482-9384385197FB}"/>
          </ac:spMkLst>
        </pc:spChg>
        <pc:spChg chg="add mod">
          <ac:chgData name="Jason Romans" userId="b1594dadafe83612" providerId="LiveId" clId="{CBB49B5A-BAC4-4EF9-90F7-6CF68F907A02}" dt="2026-03-19T14:56:01.861" v="210"/>
          <ac:spMkLst>
            <pc:docMk/>
            <pc:sldMk cId="1172546021" sldId="2147477632"/>
            <ac:spMk id="6" creationId="{F87CCF6C-35E0-EC9F-02BC-75EB5560FC9E}"/>
          </ac:spMkLst>
        </pc:spChg>
        <pc:spChg chg="add mod">
          <ac:chgData name="Jason Romans" userId="b1594dadafe83612" providerId="LiveId" clId="{CBB49B5A-BAC4-4EF9-90F7-6CF68F907A02}" dt="2026-03-19T16:09:57.977" v="639" actId="114"/>
          <ac:spMkLst>
            <pc:docMk/>
            <pc:sldMk cId="1172546021" sldId="2147477632"/>
            <ac:spMk id="7" creationId="{C9EDDFAA-F76E-B7A9-9E9F-F41136C19681}"/>
          </ac:spMkLst>
        </pc:spChg>
      </pc:sldChg>
      <pc:sldChg chg="modSp mod addAnim delAnim modAnim">
        <pc:chgData name="Jason Romans" userId="b1594dadafe83612" providerId="LiveId" clId="{CBB49B5A-BAC4-4EF9-90F7-6CF68F907A02}" dt="2026-03-19T16:14:03.396" v="664" actId="20577"/>
        <pc:sldMkLst>
          <pc:docMk/>
          <pc:sldMk cId="1343310700" sldId="2147477633"/>
        </pc:sldMkLst>
        <pc:spChg chg="mod">
          <ac:chgData name="Jason Romans" userId="b1594dadafe83612" providerId="LiveId" clId="{CBB49B5A-BAC4-4EF9-90F7-6CF68F907A02}" dt="2026-03-19T13:52:08.958" v="97" actId="113"/>
          <ac:spMkLst>
            <pc:docMk/>
            <pc:sldMk cId="1343310700" sldId="2147477633"/>
            <ac:spMk id="2" creationId="{CCAC2E42-160A-F7FA-831F-0A8BFBD10077}"/>
          </ac:spMkLst>
        </pc:spChg>
        <pc:spChg chg="mod">
          <ac:chgData name="Jason Romans" userId="b1594dadafe83612" providerId="LiveId" clId="{CBB49B5A-BAC4-4EF9-90F7-6CF68F907A02}" dt="2026-03-19T16:14:03.396" v="664" actId="20577"/>
          <ac:spMkLst>
            <pc:docMk/>
            <pc:sldMk cId="1343310700" sldId="2147477633"/>
            <ac:spMk id="3" creationId="{91C21E55-6B50-DF5E-C16F-BE4E233DB945}"/>
          </ac:spMkLst>
        </pc:spChg>
      </pc:sldChg>
      <pc:sldChg chg="addSp modSp mod modAnim">
        <pc:chgData name="Jason Romans" userId="b1594dadafe83612" providerId="LiveId" clId="{CBB49B5A-BAC4-4EF9-90F7-6CF68F907A02}" dt="2026-03-19T18:23:50.179" v="924" actId="20577"/>
        <pc:sldMkLst>
          <pc:docMk/>
          <pc:sldMk cId="1123071092" sldId="2147477635"/>
        </pc:sldMkLst>
        <pc:spChg chg="mod">
          <ac:chgData name="Jason Romans" userId="b1594dadafe83612" providerId="LiveId" clId="{CBB49B5A-BAC4-4EF9-90F7-6CF68F907A02}" dt="2026-03-19T16:16:06.056" v="677" actId="1076"/>
          <ac:spMkLst>
            <pc:docMk/>
            <pc:sldMk cId="1123071092" sldId="2147477635"/>
            <ac:spMk id="2" creationId="{59B6CC97-30DF-5C7D-86D4-D2AA15691F53}"/>
          </ac:spMkLst>
        </pc:spChg>
        <pc:spChg chg="mod">
          <ac:chgData name="Jason Romans" userId="b1594dadafe83612" providerId="LiveId" clId="{CBB49B5A-BAC4-4EF9-90F7-6CF68F907A02}" dt="2026-03-19T18:23:50.179" v="924" actId="20577"/>
          <ac:spMkLst>
            <pc:docMk/>
            <pc:sldMk cId="1123071092" sldId="2147477635"/>
            <ac:spMk id="3" creationId="{2DDE8DDD-FF75-FCAD-9FA1-447FFB4B71DC}"/>
          </ac:spMkLst>
        </pc:spChg>
        <pc:spChg chg="add mod">
          <ac:chgData name="Jason Romans" userId="b1594dadafe83612" providerId="LiveId" clId="{CBB49B5A-BAC4-4EF9-90F7-6CF68F907A02}" dt="2026-03-19T16:19:57.819" v="704" actId="207"/>
          <ac:spMkLst>
            <pc:docMk/>
            <pc:sldMk cId="1123071092" sldId="2147477635"/>
            <ac:spMk id="4" creationId="{0AED3EA4-5D44-D012-80C4-743B3DB49425}"/>
          </ac:spMkLst>
        </pc:spChg>
      </pc:sldChg>
      <pc:sldChg chg="delSp modSp mod">
        <pc:chgData name="Jason Romans" userId="b1594dadafe83612" providerId="LiveId" clId="{CBB49B5A-BAC4-4EF9-90F7-6CF68F907A02}" dt="2026-03-20T03:43:23.749" v="1449" actId="33553"/>
        <pc:sldMkLst>
          <pc:docMk/>
          <pc:sldMk cId="0" sldId="2147477636"/>
        </pc:sldMkLst>
        <pc:spChg chg="mod">
          <ac:chgData name="Jason Romans" userId="b1594dadafe83612" providerId="LiveId" clId="{CBB49B5A-BAC4-4EF9-90F7-6CF68F907A02}" dt="2026-03-20T03:43:23.749" v="1449" actId="33553"/>
          <ac:spMkLst>
            <pc:docMk/>
            <pc:sldMk cId="0" sldId="2147477636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8:17:05.065" v="862" actId="207"/>
          <ac:spMkLst>
            <pc:docMk/>
            <pc:sldMk cId="0" sldId="2147477636"/>
            <ac:spMk id="3" creationId="{00000000-0000-0000-0000-000000000000}"/>
          </ac:spMkLst>
        </pc:spChg>
        <pc:spChg chg="del">
          <ac:chgData name="Jason Romans" userId="b1594dadafe83612" providerId="LiveId" clId="{CBB49B5A-BAC4-4EF9-90F7-6CF68F907A02}" dt="2026-03-19T18:07:02.300" v="742" actId="478"/>
          <ac:spMkLst>
            <pc:docMk/>
            <pc:sldMk cId="0" sldId="2147477636"/>
            <ac:spMk id="10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854" v="1290" actId="962"/>
          <ac:spMkLst>
            <pc:docMk/>
            <pc:sldMk cId="0" sldId="2147477636"/>
            <ac:spMk id="20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861" v="1291" actId="962"/>
          <ac:spMkLst>
            <pc:docMk/>
            <pc:sldMk cId="0" sldId="2147477636"/>
            <ac:spMk id="20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868" v="1292" actId="962"/>
          <ac:spMkLst>
            <pc:docMk/>
            <pc:sldMk cId="0" sldId="2147477636"/>
            <ac:spMk id="202" creationId="{00000000-0000-0000-0000-000000000000}"/>
          </ac:spMkLst>
        </pc:spChg>
        <pc:grpChg chg="mod">
          <ac:chgData name="Jason Romans" userId="b1594dadafe83612" providerId="LiveId" clId="{CBB49B5A-BAC4-4EF9-90F7-6CF68F907A02}" dt="2026-03-20T03:37:02.915" v="1363" actId="962"/>
          <ac:grpSpMkLst>
            <pc:docMk/>
            <pc:sldMk cId="0" sldId="2147477636"/>
            <ac:grpSpMk id="15" creationId="{820DDF16-41F3-D8CB-BD2B-43DB1F8414BF}"/>
          </ac:grpSpMkLst>
        </pc:grpChg>
        <pc:picChg chg="mod">
          <ac:chgData name="Jason Romans" userId="b1594dadafe83612" providerId="LiveId" clId="{CBB49B5A-BAC4-4EF9-90F7-6CF68F907A02}" dt="2026-03-20T03:36:33.842" v="1355" actId="962"/>
          <ac:picMkLst>
            <pc:docMk/>
            <pc:sldMk cId="0" sldId="2147477636"/>
            <ac:picMk id="4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6:43.206" v="1357" actId="962"/>
          <ac:picMkLst>
            <pc:docMk/>
            <pc:sldMk cId="0" sldId="2147477636"/>
            <ac:picMk id="6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6:53.782" v="1359" actId="962"/>
          <ac:picMkLst>
            <pc:docMk/>
            <pc:sldMk cId="0" sldId="2147477636"/>
            <ac:picMk id="8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6:56.028" v="1361" actId="962"/>
          <ac:picMkLst>
            <pc:docMk/>
            <pc:sldMk cId="0" sldId="2147477636"/>
            <ac:picMk id="10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7:14.978" v="1365" actId="962"/>
          <ac:picMkLst>
            <pc:docMk/>
            <pc:sldMk cId="0" sldId="2147477636"/>
            <ac:picMk id="16" creationId="{B991F12C-1FAB-E87C-0EB6-B8C920091151}"/>
          </ac:picMkLst>
        </pc:picChg>
      </pc:sldChg>
      <pc:sldChg chg="addSp delSp modSp mod">
        <pc:chgData name="Jason Romans" userId="b1594dadafe83612" providerId="LiveId" clId="{CBB49B5A-BAC4-4EF9-90F7-6CF68F907A02}" dt="2026-03-20T03:43:36.641" v="1456" actId="33553"/>
        <pc:sldMkLst>
          <pc:docMk/>
          <pc:sldMk cId="0" sldId="2147477637"/>
        </pc:sldMkLst>
        <pc:spChg chg="mod">
          <ac:chgData name="Jason Romans" userId="b1594dadafe83612" providerId="LiveId" clId="{CBB49B5A-BAC4-4EF9-90F7-6CF68F907A02}" dt="2026-03-20T03:43:36.641" v="1456" actId="33553"/>
          <ac:spMkLst>
            <pc:docMk/>
            <pc:sldMk cId="0" sldId="2147477637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8:09:12.677" v="824" actId="207"/>
          <ac:spMkLst>
            <pc:docMk/>
            <pc:sldMk cId="0" sldId="2147477637"/>
            <ac:spMk id="3" creationId="{00000000-0000-0000-0000-000000000000}"/>
          </ac:spMkLst>
        </pc:spChg>
        <pc:spChg chg="del">
          <ac:chgData name="Jason Romans" userId="b1594dadafe83612" providerId="LiveId" clId="{CBB49B5A-BAC4-4EF9-90F7-6CF68F907A02}" dt="2026-03-19T18:07:24.626" v="744" actId="478"/>
          <ac:spMkLst>
            <pc:docMk/>
            <pc:sldMk cId="0" sldId="2147477637"/>
            <ac:spMk id="10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965" v="1295" actId="962"/>
          <ac:spMkLst>
            <pc:docMk/>
            <pc:sldMk cId="0" sldId="2147477637"/>
            <ac:spMk id="20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973" v="1296" actId="962"/>
          <ac:spMkLst>
            <pc:docMk/>
            <pc:sldMk cId="0" sldId="2147477637"/>
            <ac:spMk id="20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978" v="1297" actId="962"/>
          <ac:spMkLst>
            <pc:docMk/>
            <pc:sldMk cId="0" sldId="2147477637"/>
            <ac:spMk id="202" creationId="{00000000-0000-0000-0000-000000000000}"/>
          </ac:spMkLst>
        </pc:spChg>
        <pc:grpChg chg="mod">
          <ac:chgData name="Jason Romans" userId="b1594dadafe83612" providerId="LiveId" clId="{CBB49B5A-BAC4-4EF9-90F7-6CF68F907A02}" dt="2026-03-20T03:38:46.666" v="1394" actId="962"/>
          <ac:grpSpMkLst>
            <pc:docMk/>
            <pc:sldMk cId="0" sldId="2147477637"/>
            <ac:grpSpMk id="14" creationId="{A99A8E43-D2D3-518C-A76F-56A99FC1DBC6}"/>
          </ac:grpSpMkLst>
        </pc:grpChg>
        <pc:picChg chg="mod">
          <ac:chgData name="Jason Romans" userId="b1594dadafe83612" providerId="LiveId" clId="{CBB49B5A-BAC4-4EF9-90F7-6CF68F907A02}" dt="2026-03-20T03:38:12.123" v="1382" actId="962"/>
          <ac:picMkLst>
            <pc:docMk/>
            <pc:sldMk cId="0" sldId="2147477637"/>
            <ac:picMk id="4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8:26.017" v="1388" actId="962"/>
          <ac:picMkLst>
            <pc:docMk/>
            <pc:sldMk cId="0" sldId="2147477637"/>
            <ac:picMk id="6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8:34.343" v="1390" actId="962"/>
          <ac:picMkLst>
            <pc:docMk/>
            <pc:sldMk cId="0" sldId="2147477637"/>
            <ac:picMk id="8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8:41.847" v="1392" actId="962"/>
          <ac:picMkLst>
            <pc:docMk/>
            <pc:sldMk cId="0" sldId="2147477637"/>
            <ac:picMk id="10" creationId="{00000000-0000-0000-0000-000000000000}"/>
          </ac:picMkLst>
        </pc:picChg>
        <pc:picChg chg="add mod">
          <ac:chgData name="Jason Romans" userId="b1594dadafe83612" providerId="LiveId" clId="{CBB49B5A-BAC4-4EF9-90F7-6CF68F907A02}" dt="2026-03-20T03:38:53.694" v="1396" actId="962"/>
          <ac:picMkLst>
            <pc:docMk/>
            <pc:sldMk cId="0" sldId="2147477637"/>
            <ac:picMk id="12" creationId="{E744851F-73EC-B83C-6E3C-D9C0F87FD4DA}"/>
          </ac:picMkLst>
        </pc:picChg>
      </pc:sldChg>
      <pc:sldChg chg="addSp delSp modSp mod">
        <pc:chgData name="Jason Romans" userId="b1594dadafe83612" providerId="LiveId" clId="{CBB49B5A-BAC4-4EF9-90F7-6CF68F907A02}" dt="2026-03-20T03:44:04.973" v="1473" actId="33553"/>
        <pc:sldMkLst>
          <pc:docMk/>
          <pc:sldMk cId="0" sldId="2147477638"/>
        </pc:sldMkLst>
        <pc:spChg chg="mod">
          <ac:chgData name="Jason Romans" userId="b1594dadafe83612" providerId="LiveId" clId="{CBB49B5A-BAC4-4EF9-90F7-6CF68F907A02}" dt="2026-03-20T03:44:04.973" v="1473" actId="33553"/>
          <ac:spMkLst>
            <pc:docMk/>
            <pc:sldMk cId="0" sldId="2147477638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8:11:50.288" v="853" actId="207"/>
          <ac:spMkLst>
            <pc:docMk/>
            <pc:sldMk cId="0" sldId="2147477638"/>
            <ac:spMk id="3" creationId="{00000000-0000-0000-0000-000000000000}"/>
          </ac:spMkLst>
        </pc:spChg>
        <pc:spChg chg="del">
          <ac:chgData name="Jason Romans" userId="b1594dadafe83612" providerId="LiveId" clId="{CBB49B5A-BAC4-4EF9-90F7-6CF68F907A02}" dt="2026-03-19T18:10:39.540" v="832" actId="478"/>
          <ac:spMkLst>
            <pc:docMk/>
            <pc:sldMk cId="0" sldId="2147477638"/>
            <ac:spMk id="10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361" v="1318" actId="962"/>
          <ac:spMkLst>
            <pc:docMk/>
            <pc:sldMk cId="0" sldId="2147477638"/>
            <ac:spMk id="20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368" v="1319" actId="962"/>
          <ac:spMkLst>
            <pc:docMk/>
            <pc:sldMk cId="0" sldId="2147477638"/>
            <ac:spMk id="20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374" v="1320" actId="962"/>
          <ac:spMkLst>
            <pc:docMk/>
            <pc:sldMk cId="0" sldId="2147477638"/>
            <ac:spMk id="202" creationId="{00000000-0000-0000-0000-000000000000}"/>
          </ac:spMkLst>
        </pc:spChg>
        <pc:grpChg chg="mod">
          <ac:chgData name="Jason Romans" userId="b1594dadafe83612" providerId="LiveId" clId="{CBB49B5A-BAC4-4EF9-90F7-6CF68F907A02}" dt="2026-03-20T03:39:22.074" v="1406" actId="962"/>
          <ac:grpSpMkLst>
            <pc:docMk/>
            <pc:sldMk cId="0" sldId="2147477638"/>
            <ac:grpSpMk id="14" creationId="{C8DB4F3D-7667-1BA8-483F-0847040E59CE}"/>
          </ac:grpSpMkLst>
        </pc:grpChg>
        <pc:picChg chg="mod">
          <ac:chgData name="Jason Romans" userId="b1594dadafe83612" providerId="LiveId" clId="{CBB49B5A-BAC4-4EF9-90F7-6CF68F907A02}" dt="2026-03-20T03:39:03.669" v="1398" actId="962"/>
          <ac:picMkLst>
            <pc:docMk/>
            <pc:sldMk cId="0" sldId="2147477638"/>
            <ac:picMk id="4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9:12.586" v="1400" actId="962"/>
          <ac:picMkLst>
            <pc:docMk/>
            <pc:sldMk cId="0" sldId="2147477638"/>
            <ac:picMk id="6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9:14.908" v="1402" actId="962"/>
          <ac:picMkLst>
            <pc:docMk/>
            <pc:sldMk cId="0" sldId="2147477638"/>
            <ac:picMk id="8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39:17.195" v="1404" actId="962"/>
          <ac:picMkLst>
            <pc:docMk/>
            <pc:sldMk cId="0" sldId="2147477638"/>
            <ac:picMk id="10" creationId="{00000000-0000-0000-0000-000000000000}"/>
          </ac:picMkLst>
        </pc:picChg>
        <pc:picChg chg="add mod">
          <ac:chgData name="Jason Romans" userId="b1594dadafe83612" providerId="LiveId" clId="{CBB49B5A-BAC4-4EF9-90F7-6CF68F907A02}" dt="2026-03-20T03:39:27.752" v="1408" actId="962"/>
          <ac:picMkLst>
            <pc:docMk/>
            <pc:sldMk cId="0" sldId="2147477638"/>
            <ac:picMk id="12" creationId="{6FEDA11F-0233-BD65-E99C-F4BF31CBD78D}"/>
          </ac:picMkLst>
        </pc:picChg>
      </pc:sldChg>
      <pc:sldChg chg="addSp delSp modSp mod">
        <pc:chgData name="Jason Romans" userId="b1594dadafe83612" providerId="LiveId" clId="{CBB49B5A-BAC4-4EF9-90F7-6CF68F907A02}" dt="2026-03-20T03:44:10.854" v="1477" actId="33553"/>
        <pc:sldMkLst>
          <pc:docMk/>
          <pc:sldMk cId="0" sldId="2147477639"/>
        </pc:sldMkLst>
        <pc:spChg chg="mod">
          <ac:chgData name="Jason Romans" userId="b1594dadafe83612" providerId="LiveId" clId="{CBB49B5A-BAC4-4EF9-90F7-6CF68F907A02}" dt="2026-03-20T03:44:10.854" v="1477" actId="33553"/>
          <ac:spMkLst>
            <pc:docMk/>
            <pc:sldMk cId="0" sldId="2147477639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8:14:47.678" v="861" actId="1076"/>
          <ac:spMkLst>
            <pc:docMk/>
            <pc:sldMk cId="0" sldId="2147477639"/>
            <ac:spMk id="3" creationId="{00000000-0000-0000-0000-000000000000}"/>
          </ac:spMkLst>
        </pc:spChg>
        <pc:spChg chg="del">
          <ac:chgData name="Jason Romans" userId="b1594dadafe83612" providerId="LiveId" clId="{CBB49B5A-BAC4-4EF9-90F7-6CF68F907A02}" dt="2026-03-19T18:12:16.024" v="856" actId="478"/>
          <ac:spMkLst>
            <pc:docMk/>
            <pc:sldMk cId="0" sldId="2147477639"/>
            <ac:spMk id="10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441" v="1323" actId="962"/>
          <ac:spMkLst>
            <pc:docMk/>
            <pc:sldMk cId="0" sldId="2147477639"/>
            <ac:spMk id="200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448" v="1324" actId="962"/>
          <ac:spMkLst>
            <pc:docMk/>
            <pc:sldMk cId="0" sldId="2147477639"/>
            <ac:spMk id="201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457" v="1325" actId="962"/>
          <ac:spMkLst>
            <pc:docMk/>
            <pc:sldMk cId="0" sldId="2147477639"/>
            <ac:spMk id="202" creationId="{00000000-0000-0000-0000-000000000000}"/>
          </ac:spMkLst>
        </pc:spChg>
        <pc:grpChg chg="mod">
          <ac:chgData name="Jason Romans" userId="b1594dadafe83612" providerId="LiveId" clId="{CBB49B5A-BAC4-4EF9-90F7-6CF68F907A02}" dt="2026-03-20T03:40:18.139" v="1423" actId="962"/>
          <ac:grpSpMkLst>
            <pc:docMk/>
            <pc:sldMk cId="0" sldId="2147477639"/>
            <ac:grpSpMk id="14" creationId="{0C58EC83-D766-1386-8157-903A7B84D1C8}"/>
          </ac:grpSpMkLst>
        </pc:grpChg>
        <pc:picChg chg="mod">
          <ac:chgData name="Jason Romans" userId="b1594dadafe83612" providerId="LiveId" clId="{CBB49B5A-BAC4-4EF9-90F7-6CF68F907A02}" dt="2026-03-20T03:40:00.062" v="1415" actId="962"/>
          <ac:picMkLst>
            <pc:docMk/>
            <pc:sldMk cId="0" sldId="2147477639"/>
            <ac:picMk id="4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40:02.553" v="1417" actId="962"/>
          <ac:picMkLst>
            <pc:docMk/>
            <pc:sldMk cId="0" sldId="2147477639"/>
            <ac:picMk id="6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40:09.615" v="1419" actId="962"/>
          <ac:picMkLst>
            <pc:docMk/>
            <pc:sldMk cId="0" sldId="2147477639"/>
            <ac:picMk id="8" creationId="{00000000-0000-0000-0000-000000000000}"/>
          </ac:picMkLst>
        </pc:picChg>
        <pc:picChg chg="mod">
          <ac:chgData name="Jason Romans" userId="b1594dadafe83612" providerId="LiveId" clId="{CBB49B5A-BAC4-4EF9-90F7-6CF68F907A02}" dt="2026-03-20T03:40:13.214" v="1421" actId="962"/>
          <ac:picMkLst>
            <pc:docMk/>
            <pc:sldMk cId="0" sldId="2147477639"/>
            <ac:picMk id="10" creationId="{00000000-0000-0000-0000-000000000000}"/>
          </ac:picMkLst>
        </pc:picChg>
        <pc:picChg chg="add mod">
          <ac:chgData name="Jason Romans" userId="b1594dadafe83612" providerId="LiveId" clId="{CBB49B5A-BAC4-4EF9-90F7-6CF68F907A02}" dt="2026-03-20T03:40:23.528" v="1425" actId="962"/>
          <ac:picMkLst>
            <pc:docMk/>
            <pc:sldMk cId="0" sldId="2147477639"/>
            <ac:picMk id="12" creationId="{397E34C0-04AC-22D6-B93C-342EA8590789}"/>
          </ac:picMkLst>
        </pc:picChg>
      </pc:sldChg>
      <pc:sldChg chg="modSp mod">
        <pc:chgData name="Jason Romans" userId="b1594dadafe83612" providerId="LiveId" clId="{CBB49B5A-BAC4-4EF9-90F7-6CF68F907A02}" dt="2026-03-19T18:17:36.202" v="863" actId="255"/>
        <pc:sldMkLst>
          <pc:docMk/>
          <pc:sldMk cId="3795608812" sldId="2147477640"/>
        </pc:sldMkLst>
        <pc:spChg chg="mod">
          <ac:chgData name="Jason Romans" userId="b1594dadafe83612" providerId="LiveId" clId="{CBB49B5A-BAC4-4EF9-90F7-6CF68F907A02}" dt="2026-03-19T18:17:36.202" v="863" actId="255"/>
          <ac:spMkLst>
            <pc:docMk/>
            <pc:sldMk cId="3795608812" sldId="2147477640"/>
            <ac:spMk id="2" creationId="{E1A45573-214B-E01F-AFFB-6A157BE4F12E}"/>
          </ac:spMkLst>
        </pc:spChg>
      </pc:sldChg>
      <pc:sldChg chg="modSp mod">
        <pc:chgData name="Jason Romans" userId="b1594dadafe83612" providerId="LiveId" clId="{CBB49B5A-BAC4-4EF9-90F7-6CF68F907A02}" dt="2026-03-20T03:43:40.627" v="1458" actId="33553"/>
        <pc:sldMkLst>
          <pc:docMk/>
          <pc:sldMk cId="0" sldId="2147477645"/>
        </pc:sldMkLst>
        <pc:spChg chg="mod">
          <ac:chgData name="Jason Romans" userId="b1594dadafe83612" providerId="LiveId" clId="{CBB49B5A-BAC4-4EF9-90F7-6CF68F907A02}" dt="2026-03-20T03:43:40.627" v="1458" actId="33553"/>
          <ac:spMkLst>
            <pc:docMk/>
            <pc:sldMk cId="0" sldId="2147477645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7:00.254" v="940" actId="1076"/>
          <ac:spMkLst>
            <pc:docMk/>
            <pc:sldMk cId="0" sldId="2147477645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017" v="1299" actId="962"/>
          <ac:spMkLst>
            <pc:docMk/>
            <pc:sldMk cId="0" sldId="2147477645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5:43.498" v="934" actId="1076"/>
          <ac:spMkLst>
            <pc:docMk/>
            <pc:sldMk cId="0" sldId="2147477645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42.586" v="1459" actId="33553"/>
        <pc:sldMkLst>
          <pc:docMk/>
          <pc:sldMk cId="0" sldId="2147477646"/>
        </pc:sldMkLst>
        <pc:spChg chg="mod">
          <ac:chgData name="Jason Romans" userId="b1594dadafe83612" providerId="LiveId" clId="{CBB49B5A-BAC4-4EF9-90F7-6CF68F907A02}" dt="2026-03-20T03:43:42.586" v="1459" actId="33553"/>
          <ac:spMkLst>
            <pc:docMk/>
            <pc:sldMk cId="0" sldId="2147477646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9:18.792" v="946" actId="1076"/>
          <ac:spMkLst>
            <pc:docMk/>
            <pc:sldMk cId="0" sldId="2147477646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053" v="1300" actId="962"/>
          <ac:spMkLst>
            <pc:docMk/>
            <pc:sldMk cId="0" sldId="2147477646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6:04.539" v="937" actId="1076"/>
          <ac:spMkLst>
            <pc:docMk/>
            <pc:sldMk cId="0" sldId="2147477646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6:27.587" v="1547" actId="1076"/>
        <pc:sldMkLst>
          <pc:docMk/>
          <pc:sldMk cId="2451223332" sldId="2147477647"/>
        </pc:sldMkLst>
        <pc:spChg chg="mod">
          <ac:chgData name="Jason Romans" userId="b1594dadafe83612" providerId="LiveId" clId="{CBB49B5A-BAC4-4EF9-90F7-6CF68F907A02}" dt="2026-03-20T03:46:27.587" v="1547" actId="1076"/>
          <ac:spMkLst>
            <pc:docMk/>
            <pc:sldMk cId="2451223332" sldId="2147477647"/>
            <ac:spMk id="3" creationId="{994F72C4-E362-E81E-AC41-EB9E3C9BCF6F}"/>
          </ac:spMkLst>
        </pc:spChg>
        <pc:spChg chg="mod">
          <ac:chgData name="Jason Romans" userId="b1594dadafe83612" providerId="LiveId" clId="{CBB49B5A-BAC4-4EF9-90F7-6CF68F907A02}" dt="2026-03-20T03:43:53.477" v="1465" actId="33553"/>
          <ac:spMkLst>
            <pc:docMk/>
            <pc:sldMk cId="2451223332" sldId="2147477647"/>
            <ac:spMk id="4" creationId="{4ECED582-A57B-344B-E722-A9EA898C25AD}"/>
          </ac:spMkLst>
        </pc:spChg>
      </pc:sldChg>
      <pc:sldChg chg="modSp mod">
        <pc:chgData name="Jason Romans" userId="b1594dadafe83612" providerId="LiveId" clId="{CBB49B5A-BAC4-4EF9-90F7-6CF68F907A02}" dt="2026-03-20T03:43:55.001" v="1466" actId="33553"/>
        <pc:sldMkLst>
          <pc:docMk/>
          <pc:sldMk cId="229631027" sldId="2147477648"/>
        </pc:sldMkLst>
        <pc:spChg chg="mod">
          <ac:chgData name="Jason Romans" userId="b1594dadafe83612" providerId="LiveId" clId="{CBB49B5A-BAC4-4EF9-90F7-6CF68F907A02}" dt="2026-03-20T03:43:55.001" v="1466" actId="33553"/>
          <ac:spMkLst>
            <pc:docMk/>
            <pc:sldMk cId="229631027" sldId="2147477648"/>
            <ac:spMk id="2" creationId="{CCEC0A81-2C6D-0C7C-3C8B-6BF544560FC8}"/>
          </ac:spMkLst>
        </pc:spChg>
        <pc:spChg chg="mod">
          <ac:chgData name="Jason Romans" userId="b1594dadafe83612" providerId="LiveId" clId="{CBB49B5A-BAC4-4EF9-90F7-6CF68F907A02}" dt="2026-03-19T19:24:02.049" v="1019" actId="207"/>
          <ac:spMkLst>
            <pc:docMk/>
            <pc:sldMk cId="229631027" sldId="2147477648"/>
            <ac:spMk id="3" creationId="{B6731D07-E64F-D660-D382-CBEB5A338581}"/>
          </ac:spMkLst>
        </pc:spChg>
        <pc:spChg chg="mod">
          <ac:chgData name="Jason Romans" userId="b1594dadafe83612" providerId="LiveId" clId="{CBB49B5A-BAC4-4EF9-90F7-6CF68F907A02}" dt="2026-03-20T03:34:36.207" v="1309" actId="962"/>
          <ac:spMkLst>
            <pc:docMk/>
            <pc:sldMk cId="229631027" sldId="2147477648"/>
            <ac:spMk id="5" creationId="{C43CA698-02F6-5D2C-353F-C857F6E8761B}"/>
          </ac:spMkLst>
        </pc:spChg>
        <pc:spChg chg="mod">
          <ac:chgData name="Jason Romans" userId="b1594dadafe83612" providerId="LiveId" clId="{CBB49B5A-BAC4-4EF9-90F7-6CF68F907A02}" dt="2026-03-20T03:34:36.212" v="1310" actId="962"/>
          <ac:spMkLst>
            <pc:docMk/>
            <pc:sldMk cId="229631027" sldId="2147477648"/>
            <ac:spMk id="8" creationId="{E8D3C541-3E9D-A0AE-5277-B0E1BA2B680C}"/>
          </ac:spMkLst>
        </pc:spChg>
        <pc:spChg chg="mod">
          <ac:chgData name="Jason Romans" userId="b1594dadafe83612" providerId="LiveId" clId="{CBB49B5A-BAC4-4EF9-90F7-6CF68F907A02}" dt="2026-03-20T03:34:36.218" v="1311" actId="962"/>
          <ac:spMkLst>
            <pc:docMk/>
            <pc:sldMk cId="229631027" sldId="2147477648"/>
            <ac:spMk id="11" creationId="{DB0A0D0F-4970-6D48-CDB3-C789DD7BD230}"/>
          </ac:spMkLst>
        </pc:spChg>
      </pc:sldChg>
      <pc:sldChg chg="modSp mod">
        <pc:chgData name="Jason Romans" userId="b1594dadafe83612" providerId="LiveId" clId="{CBB49B5A-BAC4-4EF9-90F7-6CF68F907A02}" dt="2026-03-20T03:43:38.880" v="1457" actId="33553"/>
        <pc:sldMkLst>
          <pc:docMk/>
          <pc:sldMk cId="0" sldId="2147477649"/>
        </pc:sldMkLst>
        <pc:spChg chg="mod">
          <ac:chgData name="Jason Romans" userId="b1594dadafe83612" providerId="LiveId" clId="{CBB49B5A-BAC4-4EF9-90F7-6CF68F907A02}" dt="2026-03-20T03:43:38.880" v="1457" actId="33553"/>
          <ac:spMkLst>
            <pc:docMk/>
            <pc:sldMk cId="0" sldId="2147477649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9:01.126" v="944" actId="255"/>
          <ac:spMkLst>
            <pc:docMk/>
            <pc:sldMk cId="0" sldId="2147477649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5.998" v="1298" actId="962"/>
          <ac:spMkLst>
            <pc:docMk/>
            <pc:sldMk cId="0" sldId="2147477649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15:25.471" v="932" actId="1076"/>
          <ac:spMkLst>
            <pc:docMk/>
            <pc:sldMk cId="0" sldId="2147477649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48.165" v="1462" actId="33553"/>
        <pc:sldMkLst>
          <pc:docMk/>
          <pc:sldMk cId="236977294" sldId="2147477650"/>
        </pc:sldMkLst>
        <pc:spChg chg="mod">
          <ac:chgData name="Jason Romans" userId="b1594dadafe83612" providerId="LiveId" clId="{CBB49B5A-BAC4-4EF9-90F7-6CF68F907A02}" dt="2026-03-20T03:43:48.165" v="1462" actId="33553"/>
          <ac:spMkLst>
            <pc:docMk/>
            <pc:sldMk cId="236977294" sldId="2147477650"/>
            <ac:spMk id="2" creationId="{0DAC5C2A-4DCB-305D-3CC0-3FB2C4A81BF9}"/>
          </ac:spMkLst>
        </pc:spChg>
        <pc:spChg chg="mod">
          <ac:chgData name="Jason Romans" userId="b1594dadafe83612" providerId="LiveId" clId="{CBB49B5A-BAC4-4EF9-90F7-6CF68F907A02}" dt="2026-03-19T19:20:40.763" v="955" actId="1076"/>
          <ac:spMkLst>
            <pc:docMk/>
            <pc:sldMk cId="236977294" sldId="2147477650"/>
            <ac:spMk id="3" creationId="{8500767C-B4F6-067B-EF09-D4F4FBD794CE}"/>
          </ac:spMkLst>
        </pc:spChg>
        <pc:spChg chg="mod">
          <ac:chgData name="Jason Romans" userId="b1594dadafe83612" providerId="LiveId" clId="{CBB49B5A-BAC4-4EF9-90F7-6CF68F907A02}" dt="2026-03-20T03:34:36.132" v="1305" actId="962"/>
          <ac:spMkLst>
            <pc:docMk/>
            <pc:sldMk cId="236977294" sldId="2147477650"/>
            <ac:spMk id="4" creationId="{D054D9A1-3562-6648-C8F1-7A8250CF34A8}"/>
          </ac:spMkLst>
        </pc:spChg>
        <pc:spChg chg="mod">
          <ac:chgData name="Jason Romans" userId="b1594dadafe83612" providerId="LiveId" clId="{CBB49B5A-BAC4-4EF9-90F7-6CF68F907A02}" dt="2026-03-19T19:21:53.836" v="1001" actId="20577"/>
          <ac:spMkLst>
            <pc:docMk/>
            <pc:sldMk cId="236977294" sldId="2147477650"/>
            <ac:spMk id="5" creationId="{2242A3EA-8320-53E7-8392-E810B1CD8849}"/>
          </ac:spMkLst>
        </pc:spChg>
      </pc:sldChg>
      <pc:sldChg chg="modSp mod">
        <pc:chgData name="Jason Romans" userId="b1594dadafe83612" providerId="LiveId" clId="{CBB49B5A-BAC4-4EF9-90F7-6CF68F907A02}" dt="2026-03-20T03:43:49.855" v="1463" actId="33553"/>
        <pc:sldMkLst>
          <pc:docMk/>
          <pc:sldMk cId="0" sldId="2147477651"/>
        </pc:sldMkLst>
        <pc:spChg chg="mod">
          <ac:chgData name="Jason Romans" userId="b1594dadafe83612" providerId="LiveId" clId="{CBB49B5A-BAC4-4EF9-90F7-6CF68F907A02}" dt="2026-03-19T19:22:35.743" v="1011" actId="1076"/>
          <ac:spMkLst>
            <pc:docMk/>
            <pc:sldMk cId="0" sldId="2147477651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34:36.153" v="1306" actId="962"/>
          <ac:spMkLst>
            <pc:docMk/>
            <pc:sldMk cId="0" sldId="2147477651"/>
            <ac:spMk id="3" creationId="{00000000-0000-0000-0000-000000000000}"/>
          </ac:spMkLst>
        </pc:spChg>
        <pc:spChg chg="mod">
          <ac:chgData name="Jason Romans" userId="b1594dadafe83612" providerId="LiveId" clId="{CBB49B5A-BAC4-4EF9-90F7-6CF68F907A02}" dt="2026-03-19T19:22:33.539" v="1010" actId="1076"/>
          <ac:spMkLst>
            <pc:docMk/>
            <pc:sldMk cId="0" sldId="2147477651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3-20T03:43:49.855" v="1463" actId="33553"/>
          <ac:spMkLst>
            <pc:docMk/>
            <pc:sldMk cId="0" sldId="2147477651"/>
            <ac:spMk id="5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3-20T03:43:51.500" v="1464" actId="33553"/>
        <pc:sldMkLst>
          <pc:docMk/>
          <pc:sldMk cId="1056743754" sldId="2147477652"/>
        </pc:sldMkLst>
        <pc:spChg chg="mod">
          <ac:chgData name="Jason Romans" userId="b1594dadafe83612" providerId="LiveId" clId="{CBB49B5A-BAC4-4EF9-90F7-6CF68F907A02}" dt="2026-03-20T03:43:51.500" v="1464" actId="33553"/>
          <ac:spMkLst>
            <pc:docMk/>
            <pc:sldMk cId="1056743754" sldId="2147477652"/>
            <ac:spMk id="2" creationId="{42C20C5B-CF83-0579-C420-57B74B34D6C4}"/>
          </ac:spMkLst>
        </pc:spChg>
        <pc:spChg chg="mod">
          <ac:chgData name="Jason Romans" userId="b1594dadafe83612" providerId="LiveId" clId="{CBB49B5A-BAC4-4EF9-90F7-6CF68F907A02}" dt="2026-03-20T03:34:36.166" v="1307" actId="962"/>
          <ac:spMkLst>
            <pc:docMk/>
            <pc:sldMk cId="1056743754" sldId="2147477652"/>
            <ac:spMk id="3" creationId="{CFB3F9CD-CB35-5788-D58B-2BDD44769868}"/>
          </ac:spMkLst>
        </pc:spChg>
        <pc:spChg chg="mod">
          <ac:chgData name="Jason Romans" userId="b1594dadafe83612" providerId="LiveId" clId="{CBB49B5A-BAC4-4EF9-90F7-6CF68F907A02}" dt="2026-03-19T19:23:12.490" v="1014" actId="207"/>
          <ac:spMkLst>
            <pc:docMk/>
            <pc:sldMk cId="1056743754" sldId="2147477652"/>
            <ac:spMk id="4" creationId="{ABCF2172-201F-EA91-CC2E-F263472D9105}"/>
          </ac:spMkLst>
        </pc:spChg>
        <pc:spChg chg="mod">
          <ac:chgData name="Jason Romans" userId="b1594dadafe83612" providerId="LiveId" clId="{CBB49B5A-BAC4-4EF9-90F7-6CF68F907A02}" dt="2026-03-19T19:23:41.358" v="1017" actId="1076"/>
          <ac:spMkLst>
            <pc:docMk/>
            <pc:sldMk cId="1056743754" sldId="2147477652"/>
            <ac:spMk id="5" creationId="{FEA167E8-C88E-3896-E639-F05685CC3968}"/>
          </ac:spMkLst>
        </pc:spChg>
      </pc:sldChg>
      <pc:sldChg chg="modSp mod">
        <pc:chgData name="Jason Romans" userId="b1594dadafe83612" providerId="LiveId" clId="{CBB49B5A-BAC4-4EF9-90F7-6CF68F907A02}" dt="2026-03-20T03:43:58.094" v="1468" actId="33553"/>
        <pc:sldMkLst>
          <pc:docMk/>
          <pc:sldMk cId="4160283975" sldId="2147477653"/>
        </pc:sldMkLst>
        <pc:spChg chg="mod">
          <ac:chgData name="Jason Romans" userId="b1594dadafe83612" providerId="LiveId" clId="{CBB49B5A-BAC4-4EF9-90F7-6CF68F907A02}" dt="2026-03-20T03:34:36.250" v="1313" actId="962"/>
          <ac:spMkLst>
            <pc:docMk/>
            <pc:sldMk cId="4160283975" sldId="2147477653"/>
            <ac:spMk id="3" creationId="{134DACC8-9E9B-3C7C-B160-CD45C1574A8C}"/>
          </ac:spMkLst>
        </pc:spChg>
        <pc:spChg chg="mod">
          <ac:chgData name="Jason Romans" userId="b1594dadafe83612" providerId="LiveId" clId="{CBB49B5A-BAC4-4EF9-90F7-6CF68F907A02}" dt="2026-03-20T03:43:58.094" v="1468" actId="33553"/>
          <ac:spMkLst>
            <pc:docMk/>
            <pc:sldMk cId="4160283975" sldId="2147477653"/>
            <ac:spMk id="4" creationId="{B50834BB-509C-2190-C7A8-9C3FBFDC04E7}"/>
          </ac:spMkLst>
        </pc:spChg>
      </pc:sldChg>
      <pc:sldChg chg="modSp mod">
        <pc:chgData name="Jason Romans" userId="b1594dadafe83612" providerId="LiveId" clId="{CBB49B5A-BAC4-4EF9-90F7-6CF68F907A02}" dt="2026-03-20T03:44:03.543" v="1472" actId="33553"/>
        <pc:sldMkLst>
          <pc:docMk/>
          <pc:sldMk cId="441892510" sldId="2147477655"/>
        </pc:sldMkLst>
        <pc:spChg chg="mod">
          <ac:chgData name="Jason Romans" userId="b1594dadafe83612" providerId="LiveId" clId="{CBB49B5A-BAC4-4EF9-90F7-6CF68F907A02}" dt="2026-03-20T03:34:36.327" v="1317" actId="962"/>
          <ac:spMkLst>
            <pc:docMk/>
            <pc:sldMk cId="441892510" sldId="2147477655"/>
            <ac:spMk id="3" creationId="{FA5004EF-8A5D-7499-B7CD-2875EF6FDEC7}"/>
          </ac:spMkLst>
        </pc:spChg>
        <pc:spChg chg="mod">
          <ac:chgData name="Jason Romans" userId="b1594dadafe83612" providerId="LiveId" clId="{CBB49B5A-BAC4-4EF9-90F7-6CF68F907A02}" dt="2026-03-20T03:44:03.543" v="1472" actId="33553"/>
          <ac:spMkLst>
            <pc:docMk/>
            <pc:sldMk cId="441892510" sldId="2147477655"/>
            <ac:spMk id="4" creationId="{4D345A92-3F21-B060-293A-4B2F60E496C8}"/>
          </ac:spMkLst>
        </pc:spChg>
      </pc:sldChg>
      <pc:sldChg chg="modSp mod">
        <pc:chgData name="Jason Romans" userId="b1594dadafe83612" providerId="LiveId" clId="{CBB49B5A-BAC4-4EF9-90F7-6CF68F907A02}" dt="2026-03-20T03:44:00.937" v="1470" actId="33553"/>
        <pc:sldMkLst>
          <pc:docMk/>
          <pc:sldMk cId="340931305" sldId="2147477656"/>
        </pc:sldMkLst>
        <pc:spChg chg="mod">
          <ac:chgData name="Jason Romans" userId="b1594dadafe83612" providerId="LiveId" clId="{CBB49B5A-BAC4-4EF9-90F7-6CF68F907A02}" dt="2026-03-20T03:34:36.290" v="1315" actId="962"/>
          <ac:spMkLst>
            <pc:docMk/>
            <pc:sldMk cId="340931305" sldId="2147477656"/>
            <ac:spMk id="3" creationId="{69F3A00F-59B9-8B07-D630-8F0FA6358414}"/>
          </ac:spMkLst>
        </pc:spChg>
        <pc:spChg chg="mod">
          <ac:chgData name="Jason Romans" userId="b1594dadafe83612" providerId="LiveId" clId="{CBB49B5A-BAC4-4EF9-90F7-6CF68F907A02}" dt="2026-03-20T03:44:00.937" v="1470" actId="33553"/>
          <ac:spMkLst>
            <pc:docMk/>
            <pc:sldMk cId="340931305" sldId="2147477656"/>
            <ac:spMk id="4" creationId="{94CEE4C1-EAA5-6BB4-07C7-C992FEE59E06}"/>
          </ac:spMkLst>
        </pc:spChg>
      </pc:sldChg>
      <pc:sldChg chg="modSp mod">
        <pc:chgData name="Jason Romans" userId="b1594dadafe83612" providerId="LiveId" clId="{CBB49B5A-BAC4-4EF9-90F7-6CF68F907A02}" dt="2026-03-20T03:44:02.268" v="1471" actId="33553"/>
        <pc:sldMkLst>
          <pc:docMk/>
          <pc:sldMk cId="591421486" sldId="2147477657"/>
        </pc:sldMkLst>
        <pc:spChg chg="mod">
          <ac:chgData name="Jason Romans" userId="b1594dadafe83612" providerId="LiveId" clId="{CBB49B5A-BAC4-4EF9-90F7-6CF68F907A02}" dt="2026-03-20T03:44:02.268" v="1471" actId="33553"/>
          <ac:spMkLst>
            <pc:docMk/>
            <pc:sldMk cId="591421486" sldId="2147477657"/>
            <ac:spMk id="2" creationId="{B8F5263C-ADC1-135C-A232-A47EED0188F3}"/>
          </ac:spMkLst>
        </pc:spChg>
        <pc:spChg chg="mod">
          <ac:chgData name="Jason Romans" userId="b1594dadafe83612" providerId="LiveId" clId="{CBB49B5A-BAC4-4EF9-90F7-6CF68F907A02}" dt="2026-03-19T19:30:08.085" v="1111" actId="20577"/>
          <ac:spMkLst>
            <pc:docMk/>
            <pc:sldMk cId="591421486" sldId="2147477657"/>
            <ac:spMk id="3" creationId="{48EF82A9-90BF-1B10-C885-5C4D4C35B896}"/>
          </ac:spMkLst>
        </pc:spChg>
        <pc:spChg chg="mod">
          <ac:chgData name="Jason Romans" userId="b1594dadafe83612" providerId="LiveId" clId="{CBB49B5A-BAC4-4EF9-90F7-6CF68F907A02}" dt="2026-03-20T03:34:36.308" v="1316" actId="962"/>
          <ac:spMkLst>
            <pc:docMk/>
            <pc:sldMk cId="591421486" sldId="2147477657"/>
            <ac:spMk id="4" creationId="{7DBAE262-9FFF-4363-CD40-0822B065450C}"/>
          </ac:spMkLst>
        </pc:spChg>
        <pc:spChg chg="mod">
          <ac:chgData name="Jason Romans" userId="b1594dadafe83612" providerId="LiveId" clId="{CBB49B5A-BAC4-4EF9-90F7-6CF68F907A02}" dt="2026-03-19T19:30:19.377" v="1112" actId="1076"/>
          <ac:spMkLst>
            <pc:docMk/>
            <pc:sldMk cId="591421486" sldId="2147477657"/>
            <ac:spMk id="5" creationId="{E564F018-780C-51ED-D5C5-2A06DAE3EA3B}"/>
          </ac:spMkLst>
        </pc:spChg>
      </pc:sldChg>
      <pc:sldChg chg="modSp mod">
        <pc:chgData name="Jason Romans" userId="b1594dadafe83612" providerId="LiveId" clId="{CBB49B5A-BAC4-4EF9-90F7-6CF68F907A02}" dt="2026-03-20T03:44:07.943" v="1475" actId="33553"/>
        <pc:sldMkLst>
          <pc:docMk/>
          <pc:sldMk cId="2877091328" sldId="2147477658"/>
        </pc:sldMkLst>
        <pc:spChg chg="mod">
          <ac:chgData name="Jason Romans" userId="b1594dadafe83612" providerId="LiveId" clId="{CBB49B5A-BAC4-4EF9-90F7-6CF68F907A02}" dt="2026-03-20T03:44:07.943" v="1475" actId="33553"/>
          <ac:spMkLst>
            <pc:docMk/>
            <pc:sldMk cId="2877091328" sldId="2147477658"/>
            <ac:spMk id="2" creationId="{F9D3A81B-CE51-BC85-C51A-A6697D9E7E96}"/>
          </ac:spMkLst>
        </pc:spChg>
        <pc:spChg chg="mod">
          <ac:chgData name="Jason Romans" userId="b1594dadafe83612" providerId="LiveId" clId="{CBB49B5A-BAC4-4EF9-90F7-6CF68F907A02}" dt="2026-03-20T03:34:36.394" v="1321" actId="962"/>
          <ac:spMkLst>
            <pc:docMk/>
            <pc:sldMk cId="2877091328" sldId="2147477658"/>
            <ac:spMk id="4" creationId="{2F632BE4-38D9-B094-C21B-EC6B8A6F494E}"/>
          </ac:spMkLst>
        </pc:spChg>
      </pc:sldChg>
      <pc:sldChg chg="modSp mod">
        <pc:chgData name="Jason Romans" userId="b1594dadafe83612" providerId="LiveId" clId="{CBB49B5A-BAC4-4EF9-90F7-6CF68F907A02}" dt="2026-03-20T03:44:09.463" v="1476" actId="33553"/>
        <pc:sldMkLst>
          <pc:docMk/>
          <pc:sldMk cId="3198100109" sldId="2147477659"/>
        </pc:sldMkLst>
        <pc:spChg chg="mod">
          <ac:chgData name="Jason Romans" userId="b1594dadafe83612" providerId="LiveId" clId="{CBB49B5A-BAC4-4EF9-90F7-6CF68F907A02}" dt="2026-03-20T03:34:36.409" v="1322" actId="962"/>
          <ac:spMkLst>
            <pc:docMk/>
            <pc:sldMk cId="3198100109" sldId="2147477659"/>
            <ac:spMk id="3" creationId="{C23A6F56-4FB6-6B72-58DF-B73B452C434C}"/>
          </ac:spMkLst>
        </pc:spChg>
        <pc:spChg chg="mod">
          <ac:chgData name="Jason Romans" userId="b1594dadafe83612" providerId="LiveId" clId="{CBB49B5A-BAC4-4EF9-90F7-6CF68F907A02}" dt="2026-03-20T03:44:09.463" v="1476" actId="33553"/>
          <ac:spMkLst>
            <pc:docMk/>
            <pc:sldMk cId="3198100109" sldId="2147477659"/>
            <ac:spMk id="4" creationId="{E5DC6222-3A37-064E-DBD3-9CDBA4750C4C}"/>
          </ac:spMkLst>
        </pc:spChg>
      </pc:sldChg>
      <pc:sldChg chg="modSp add mod ord">
        <pc:chgData name="Jason Romans" userId="b1594dadafe83612" providerId="LiveId" clId="{CBB49B5A-BAC4-4EF9-90F7-6CF68F907A02}" dt="2026-03-20T03:55:14.912" v="1588" actId="20577"/>
        <pc:sldMkLst>
          <pc:docMk/>
          <pc:sldMk cId="4167334904" sldId="2147477660"/>
        </pc:sldMkLst>
        <pc:spChg chg="mod">
          <ac:chgData name="Jason Romans" userId="b1594dadafe83612" providerId="LiveId" clId="{CBB49B5A-BAC4-4EF9-90F7-6CF68F907A02}" dt="2026-03-20T03:44:15.344" v="1480" actId="33553"/>
          <ac:spMkLst>
            <pc:docMk/>
            <pc:sldMk cId="4167334904" sldId="2147477660"/>
            <ac:spMk id="2" creationId="{594EA480-6A63-6963-7852-3D9794B32887}"/>
          </ac:spMkLst>
        </pc:spChg>
        <pc:spChg chg="mod">
          <ac:chgData name="Jason Romans" userId="b1594dadafe83612" providerId="LiveId" clId="{CBB49B5A-BAC4-4EF9-90F7-6CF68F907A02}" dt="2026-03-20T03:55:14.912" v="1588" actId="20577"/>
          <ac:spMkLst>
            <pc:docMk/>
            <pc:sldMk cId="4167334904" sldId="2147477660"/>
            <ac:spMk id="3" creationId="{DFD1A982-B3DA-EEBD-F923-D277796EC7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8DD23-7519-4582-8F5A-5915D67A9E5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7E121-99CD-40DE-A107-321363390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8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7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0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3102-BB59-D440-4E1B-FA3D6329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6B33F-02D3-2F1A-ED29-835B23F0F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532BE-D0EF-FE2C-CE73-80F422556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804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58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139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"It was fine on Friday."</a:t>
            </a:r>
          </a:p>
          <a:p>
            <a:endParaRPr lang="en-US" sz="1200" dirty="0"/>
          </a:p>
          <a:p>
            <a:r>
              <a:rPr lang="en-US" sz="1200" dirty="0"/>
              <a:t>"that's the Monday morning email subject line we've all gotten — and today we're going to stop reacting to it and start investigating it."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84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00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58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5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00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9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92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032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312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43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282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27E121-99CD-40DE-A107-321363390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151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46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3263-FFBA-61FA-62E0-A2E8DDF9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9DCBA-7DDC-DD4B-4EE1-6F28AF13A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05FD3-0720-647D-5845-35C6C9429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89D35-D660-80D3-1482-36C3E0E21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95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66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84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11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60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7E121-99CD-40DE-A107-321363390F4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7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ABCONSQL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E4C8BF8-029D-A293-B311-2F92FAE8B866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1" t="-23436" r="-17895" b="-171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9BE6328-A51C-E66B-550E-BCFC66329F41}"/>
              </a:ext>
            </a:extLst>
          </p:cNvPr>
          <p:cNvSpPr/>
          <p:nvPr userDrawn="1"/>
        </p:nvSpPr>
        <p:spPr>
          <a:xfrm rot="-10800000" flipH="1" flipV="1">
            <a:off x="8352024" y="2119509"/>
            <a:ext cx="9935976" cy="8092718"/>
          </a:xfrm>
          <a:custGeom>
            <a:avLst/>
            <a:gdLst/>
            <a:ahLst/>
            <a:cxnLst/>
            <a:rect l="l" t="t" r="r" b="b"/>
            <a:pathLst>
              <a:path w="9935976" h="8092718">
                <a:moveTo>
                  <a:pt x="9935976" y="8092717"/>
                </a:moveTo>
                <a:lnTo>
                  <a:pt x="0" y="8092717"/>
                </a:lnTo>
                <a:lnTo>
                  <a:pt x="0" y="0"/>
                </a:lnTo>
                <a:lnTo>
                  <a:pt x="9935976" y="0"/>
                </a:lnTo>
                <a:lnTo>
                  <a:pt x="9935976" y="8092717"/>
                </a:lnTo>
                <a:close/>
              </a:path>
            </a:pathLst>
          </a:custGeom>
          <a:blipFill>
            <a:blip r:embed="rId3"/>
            <a:stretch>
              <a:fillRect l="-151907" t="-3054" b="-461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B6774A66-7FB6-FCCA-A825-6850DCCD33ED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4A34BB2-1322-04B8-1BBE-41C316DC476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B354B1E3-D903-E756-6CDA-EBBD9D49C5A2}"/>
                </a:ext>
              </a:extLst>
            </p:cNvPr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2"/>
                </a:lnSpc>
              </a:pPr>
              <a:endParaRPr/>
            </a:p>
          </p:txBody>
        </p:sp>
      </p:grpSp>
      <p:sp>
        <p:nvSpPr>
          <p:cNvPr id="10" name="TextBox 7">
            <a:extLst>
              <a:ext uri="{FF2B5EF4-FFF2-40B4-BE49-F238E27FC236}">
                <a16:creationId xmlns:a16="http://schemas.microsoft.com/office/drawing/2014/main" id="{0779E1F6-CF36-A033-1874-DEB840027B1D}"/>
              </a:ext>
            </a:extLst>
          </p:cNvPr>
          <p:cNvSpPr txBox="1"/>
          <p:nvPr userDrawn="1"/>
        </p:nvSpPr>
        <p:spPr>
          <a:xfrm>
            <a:off x="1028700" y="7733835"/>
            <a:ext cx="8572500" cy="664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1">
                <a:solidFill>
                  <a:srgbClr val="2AAC9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ATLANTA</a:t>
            </a:r>
            <a:r>
              <a:rPr lang="en-US" sz="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MARCH 16 - 20, 2026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ADCCDCC-A7EF-21E9-212E-88C98E861BEB}"/>
              </a:ext>
            </a:extLst>
          </p:cNvPr>
          <p:cNvSpPr txBox="1"/>
          <p:nvPr userDrawn="1"/>
        </p:nvSpPr>
        <p:spPr>
          <a:xfrm>
            <a:off x="1028700" y="2052834"/>
            <a:ext cx="5753100" cy="59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55"/>
              </a:lnSpc>
            </a:pPr>
            <a:r>
              <a:rPr lang="en-US" sz="3611">
                <a:solidFill>
                  <a:srgbClr val="E3F7EF"/>
                </a:solidFill>
                <a:latin typeface="Montserrat"/>
                <a:ea typeface="Montserrat"/>
                <a:cs typeface="Montserrat"/>
                <a:sym typeface="Montserrat"/>
              </a:rPr>
              <a:t>#FABCONSQLCON2026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B289876D-FB3F-0385-0025-FBC552AFEC16}"/>
              </a:ext>
            </a:extLst>
          </p:cNvPr>
          <p:cNvGrpSpPr/>
          <p:nvPr userDrawn="1"/>
        </p:nvGrpSpPr>
        <p:grpSpPr>
          <a:xfrm>
            <a:off x="1028700" y="4027243"/>
            <a:ext cx="14346130" cy="2672227"/>
            <a:chOff x="0" y="0"/>
            <a:chExt cx="19128173" cy="3562969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9C8A7191-891D-8208-B31B-30F5D0407EAF}"/>
                </a:ext>
              </a:extLst>
            </p:cNvPr>
            <p:cNvSpPr/>
            <p:nvPr/>
          </p:nvSpPr>
          <p:spPr>
            <a:xfrm>
              <a:off x="0" y="0"/>
              <a:ext cx="8838779" cy="3562969"/>
            </a:xfrm>
            <a:custGeom>
              <a:avLst/>
              <a:gdLst/>
              <a:ahLst/>
              <a:cxnLst/>
              <a:rect l="l" t="t" r="r" b="b"/>
              <a:pathLst>
                <a:path w="8838779" h="3562969">
                  <a:moveTo>
                    <a:pt x="0" y="0"/>
                  </a:moveTo>
                  <a:lnTo>
                    <a:pt x="8838779" y="0"/>
                  </a:lnTo>
                  <a:lnTo>
                    <a:pt x="8838779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065F690-FD92-492E-B303-AA6B05EDBB4B}"/>
                </a:ext>
              </a:extLst>
            </p:cNvPr>
            <p:cNvSpPr/>
            <p:nvPr/>
          </p:nvSpPr>
          <p:spPr>
            <a:xfrm>
              <a:off x="10285701" y="0"/>
              <a:ext cx="8842473" cy="3562969"/>
            </a:xfrm>
            <a:custGeom>
              <a:avLst/>
              <a:gdLst/>
              <a:ahLst/>
              <a:cxnLst/>
              <a:rect l="l" t="t" r="r" b="b"/>
              <a:pathLst>
                <a:path w="8842473" h="3562969">
                  <a:moveTo>
                    <a:pt x="0" y="0"/>
                  </a:moveTo>
                  <a:lnTo>
                    <a:pt x="8842472" y="0"/>
                  </a:lnTo>
                  <a:lnTo>
                    <a:pt x="8842472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2">
              <a:extLst>
                <a:ext uri="{FF2B5EF4-FFF2-40B4-BE49-F238E27FC236}">
                  <a16:creationId xmlns:a16="http://schemas.microsoft.com/office/drawing/2014/main" id="{3139F297-CFD3-1054-7839-148662C87C9E}"/>
                </a:ext>
              </a:extLst>
            </p:cNvPr>
            <p:cNvSpPr/>
            <p:nvPr/>
          </p:nvSpPr>
          <p:spPr>
            <a:xfrm flipV="1">
              <a:off x="9562240" y="561"/>
              <a:ext cx="0" cy="3561847"/>
            </a:xfrm>
            <a:prstGeom prst="line">
              <a:avLst/>
            </a:prstGeom>
            <a:ln w="6514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253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BDCF-FD7D-65A7-41F7-F75AFA5DC8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1400" y="1752600"/>
            <a:ext cx="7391400" cy="3581400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1400" y="6057900"/>
            <a:ext cx="7391400" cy="18589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30A09D7-7DA5-BA2A-1760-411370A8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1752600"/>
            <a:ext cx="5410200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5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6BB3-8A7F-81DF-3556-2C8A6106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CD59-4094-DDC2-A708-2B684F37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614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4A0-C9FE-DBEF-1760-F79D91C9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CBB7-0E97-6ED8-27E4-6BC369D11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75D53-05C1-A4E3-7376-13A71AF13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100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1011-CA50-F53C-4B4B-F9104B7B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22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50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0931-04B8-D239-662C-26C2C6BE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0614-13C9-6DC7-17EF-C84640605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13A05-82D3-F673-9E29-E92ADD2E3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32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65F8B7B-136E-A28A-3F77-5B9B38DCF0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11800" cy="93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5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bric Certifie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ertificate with a qr code  AI-generated content may be incorrect.">
            <a:extLst>
              <a:ext uri="{FF2B5EF4-FFF2-40B4-BE49-F238E27FC236}">
                <a16:creationId xmlns:a16="http://schemas.microsoft.com/office/drawing/2014/main" id="{F3E3AE7C-F2F2-B446-E567-43B68D7EE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6764001" cy="942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5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1400" y="6057900"/>
            <a:ext cx="7391400" cy="18589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C4008E-ACEE-3C29-D0A2-9A3D05C840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1400" y="1752600"/>
            <a:ext cx="7391400" cy="3581400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768C9220-9AA4-C38F-E9D4-080A43F26570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>
          <a:xfrm>
            <a:off x="1082732" y="1752600"/>
            <a:ext cx="5410200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AB8F-4BB8-3196-B74C-96CE6A25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B4EB3-6E32-E9E5-5F75-03EF2F342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1075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146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9A23-D710-FB93-CB0B-5B03169E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2A43-C043-B3E4-B66E-A6F83318E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09961-6040-A8A9-F703-2F591B2B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6953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0234D93-2D28-4D2C-2295-83C53D36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DE67B4-6587-E8BF-7B59-DE1C9F48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107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261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247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B61D-F187-BB54-AB26-6EDC658B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3BB7-2627-8FC5-FBC6-E22EEE0C9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DFC4A-4504-39C5-5049-E9A8D3615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9014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Slide">
    <p:bg>
      <p:bgPr>
        <a:gradFill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B6DAD10-6821-3A63-457F-7B52DE7D9F32}"/>
              </a:ext>
            </a:extLst>
          </p:cNvPr>
          <p:cNvSpPr txBox="1"/>
          <p:nvPr userDrawn="1"/>
        </p:nvSpPr>
        <p:spPr>
          <a:xfrm>
            <a:off x="1913046" y="857250"/>
            <a:ext cx="8588442" cy="783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2"/>
              </a:lnSpc>
            </a:pPr>
            <a:r>
              <a:rPr lang="en-US" sz="5823" b="1" spc="25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was </a:t>
            </a:r>
          </a:p>
          <a:p>
            <a:pPr algn="l">
              <a:lnSpc>
                <a:spcPts val="8792"/>
              </a:lnSpc>
            </a:pPr>
            <a:r>
              <a:rPr lang="en-US" sz="5823" b="1" spc="25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session? </a:t>
            </a: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r>
              <a:rPr lang="en-US" sz="3614" spc="155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Complete Session Surveys in </a:t>
            </a:r>
          </a:p>
          <a:p>
            <a:pPr algn="l">
              <a:lnSpc>
                <a:spcPts val="5458"/>
              </a:lnSpc>
            </a:pPr>
            <a:r>
              <a:rPr lang="en-US" sz="3614" spc="155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for your chance to WIN PRIZES!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807E8C1E-61CE-311A-A248-D7977A6716A4}"/>
              </a:ext>
            </a:extLst>
          </p:cNvPr>
          <p:cNvGrpSpPr/>
          <p:nvPr userDrawn="1"/>
        </p:nvGrpSpPr>
        <p:grpSpPr>
          <a:xfrm>
            <a:off x="12099761" y="1212936"/>
            <a:ext cx="4005586" cy="7557310"/>
            <a:chOff x="0" y="0"/>
            <a:chExt cx="5340781" cy="10076414"/>
          </a:xfrm>
        </p:grpSpPr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A64B0BA2-3B75-4F81-04CB-B24F54E299BF}"/>
                </a:ext>
              </a:extLst>
            </p:cNvPr>
            <p:cNvSpPr/>
            <p:nvPr/>
          </p:nvSpPr>
          <p:spPr>
            <a:xfrm>
              <a:off x="0" y="0"/>
              <a:ext cx="5340781" cy="10076414"/>
            </a:xfrm>
            <a:custGeom>
              <a:avLst/>
              <a:gdLst/>
              <a:ahLst/>
              <a:cxnLst/>
              <a:rect l="l" t="t" r="r" b="b"/>
              <a:pathLst>
                <a:path w="5340781" h="10076414">
                  <a:moveTo>
                    <a:pt x="0" y="0"/>
                  </a:moveTo>
                  <a:lnTo>
                    <a:pt x="5340781" y="0"/>
                  </a:lnTo>
                  <a:lnTo>
                    <a:pt x="5340781" y="10076414"/>
                  </a:lnTo>
                  <a:lnTo>
                    <a:pt x="0" y="10076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925" t="-8618" r="-12967" b="-78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90F57D38-6F68-B2F4-AFE4-807DE879EA59}"/>
                </a:ext>
              </a:extLst>
            </p:cNvPr>
            <p:cNvSpPr/>
            <p:nvPr/>
          </p:nvSpPr>
          <p:spPr>
            <a:xfrm>
              <a:off x="611971" y="845155"/>
              <a:ext cx="4019856" cy="8416121"/>
            </a:xfrm>
            <a:custGeom>
              <a:avLst/>
              <a:gdLst/>
              <a:ahLst/>
              <a:cxnLst/>
              <a:rect l="l" t="t" r="r" b="b"/>
              <a:pathLst>
                <a:path w="4019856" h="8416121">
                  <a:moveTo>
                    <a:pt x="0" y="0"/>
                  </a:moveTo>
                  <a:lnTo>
                    <a:pt x="4019856" y="0"/>
                  </a:lnTo>
                  <a:lnTo>
                    <a:pt x="4019856" y="8416122"/>
                  </a:lnTo>
                  <a:lnTo>
                    <a:pt x="0" y="8416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15" t="-7654" r="-8415" b="-39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C51BB73F-6829-0021-6C08-814C2AE04998}"/>
                </a:ext>
              </a:extLst>
            </p:cNvPr>
            <p:cNvSpPr/>
            <p:nvPr/>
          </p:nvSpPr>
          <p:spPr>
            <a:xfrm>
              <a:off x="611971" y="845155"/>
              <a:ext cx="4019856" cy="2200284"/>
            </a:xfrm>
            <a:custGeom>
              <a:avLst/>
              <a:gdLst/>
              <a:ahLst/>
              <a:cxnLst/>
              <a:rect l="l" t="t" r="r" b="b"/>
              <a:pathLst>
                <a:path w="4019856" h="2200284">
                  <a:moveTo>
                    <a:pt x="0" y="0"/>
                  </a:moveTo>
                  <a:lnTo>
                    <a:pt x="4019856" y="0"/>
                  </a:lnTo>
                  <a:lnTo>
                    <a:pt x="4019856" y="2200284"/>
                  </a:lnTo>
                  <a:lnTo>
                    <a:pt x="0" y="220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302" b="-78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154813C2-7FEE-3E12-9091-F6B1E7E42AFF}"/>
                </a:ext>
              </a:extLst>
            </p:cNvPr>
            <p:cNvSpPr/>
            <p:nvPr/>
          </p:nvSpPr>
          <p:spPr>
            <a:xfrm>
              <a:off x="3071904" y="5348577"/>
              <a:ext cx="1677462" cy="821957"/>
            </a:xfrm>
            <a:custGeom>
              <a:avLst/>
              <a:gdLst/>
              <a:ahLst/>
              <a:cxnLst/>
              <a:rect l="l" t="t" r="r" b="b"/>
              <a:pathLst>
                <a:path w="1677462" h="821957">
                  <a:moveTo>
                    <a:pt x="0" y="0"/>
                  </a:moveTo>
                  <a:lnTo>
                    <a:pt x="1677463" y="0"/>
                  </a:lnTo>
                  <a:lnTo>
                    <a:pt x="1677463" y="821956"/>
                  </a:lnTo>
                  <a:lnTo>
                    <a:pt x="0" y="821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CA744602-BC5A-55D2-0BA8-0DCF5CF35167}"/>
              </a:ext>
            </a:extLst>
          </p:cNvPr>
          <p:cNvGrpSpPr/>
          <p:nvPr userDrawn="1"/>
        </p:nvGrpSpPr>
        <p:grpSpPr>
          <a:xfrm>
            <a:off x="1913046" y="3454873"/>
            <a:ext cx="2672711" cy="2672711"/>
            <a:chOff x="0" y="0"/>
            <a:chExt cx="3563614" cy="3563614"/>
          </a:xfrm>
        </p:grpSpPr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19648B42-9670-55C2-5195-32401DEC1272}"/>
                </a:ext>
              </a:extLst>
            </p:cNvPr>
            <p:cNvGrpSpPr/>
            <p:nvPr/>
          </p:nvGrpSpPr>
          <p:grpSpPr>
            <a:xfrm>
              <a:off x="0" y="0"/>
              <a:ext cx="3563614" cy="3563614"/>
              <a:chOff x="0" y="0"/>
              <a:chExt cx="531282" cy="531282"/>
            </a:xfrm>
          </p:grpSpPr>
          <p:sp>
            <p:nvSpPr>
              <p:cNvPr id="11" name="Freeform 21">
                <a:extLst>
                  <a:ext uri="{FF2B5EF4-FFF2-40B4-BE49-F238E27FC236}">
                    <a16:creationId xmlns:a16="http://schemas.microsoft.com/office/drawing/2014/main" id="{B4EB73C7-5AAB-BF5C-647F-0B7A84A19E20}"/>
                  </a:ext>
                </a:extLst>
              </p:cNvPr>
              <p:cNvSpPr/>
              <p:nvPr/>
            </p:nvSpPr>
            <p:spPr>
              <a:xfrm>
                <a:off x="0" y="0"/>
                <a:ext cx="531282" cy="531282"/>
              </a:xfrm>
              <a:custGeom>
                <a:avLst/>
                <a:gdLst/>
                <a:ahLst/>
                <a:cxnLst/>
                <a:rect l="l" t="t" r="r" b="b"/>
                <a:pathLst>
                  <a:path w="531282" h="531282">
                    <a:moveTo>
                      <a:pt x="0" y="0"/>
                    </a:moveTo>
                    <a:lnTo>
                      <a:pt x="531282" y="0"/>
                    </a:lnTo>
                    <a:lnTo>
                      <a:pt x="531282" y="531282"/>
                    </a:lnTo>
                    <a:lnTo>
                      <a:pt x="0" y="53128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22">
                <a:extLst>
                  <a:ext uri="{FF2B5EF4-FFF2-40B4-BE49-F238E27FC236}">
                    <a16:creationId xmlns:a16="http://schemas.microsoft.com/office/drawing/2014/main" id="{FF41D511-09A2-7E08-25F6-718C64E1C37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31282" cy="559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02"/>
                  </a:lnSpc>
                </a:pPr>
                <a:endParaRPr/>
              </a:p>
            </p:txBody>
          </p:sp>
        </p:grp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73AD062-EC3E-5AE7-EF65-588FB2729E34}"/>
                </a:ext>
              </a:extLst>
            </p:cNvPr>
            <p:cNvSpPr/>
            <p:nvPr/>
          </p:nvSpPr>
          <p:spPr>
            <a:xfrm>
              <a:off x="0" y="43001"/>
              <a:ext cx="3477612" cy="3347696"/>
            </a:xfrm>
            <a:custGeom>
              <a:avLst/>
              <a:gdLst/>
              <a:ahLst/>
              <a:cxnLst/>
              <a:rect l="l" t="t" r="r" b="b"/>
              <a:pathLst>
                <a:path w="3477612" h="3347696">
                  <a:moveTo>
                    <a:pt x="0" y="0"/>
                  </a:moveTo>
                  <a:lnTo>
                    <a:pt x="3477612" y="0"/>
                  </a:lnTo>
                  <a:lnTo>
                    <a:pt x="3477612" y="3347696"/>
                  </a:lnTo>
                  <a:lnTo>
                    <a:pt x="0" y="33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388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8">
            <a:extLst>
              <a:ext uri="{FF2B5EF4-FFF2-40B4-BE49-F238E27FC236}">
                <a16:creationId xmlns:a16="http://schemas.microsoft.com/office/drawing/2014/main" id="{34A80EEE-FEFF-2A87-FE50-ACFEA58E5EE9}"/>
              </a:ext>
            </a:extLst>
          </p:cNvPr>
          <p:cNvSpPr/>
          <p:nvPr userDrawn="1"/>
        </p:nvSpPr>
        <p:spPr>
          <a:xfrm>
            <a:off x="1941602" y="7180826"/>
            <a:ext cx="2088354" cy="704819"/>
          </a:xfrm>
          <a:custGeom>
            <a:avLst/>
            <a:gdLst/>
            <a:ahLst/>
            <a:cxnLst/>
            <a:rect l="l" t="t" r="r" b="b"/>
            <a:pathLst>
              <a:path w="2088354" h="704819">
                <a:moveTo>
                  <a:pt x="0" y="0"/>
                </a:moveTo>
                <a:lnTo>
                  <a:pt x="2088353" y="0"/>
                </a:lnTo>
                <a:lnTo>
                  <a:pt x="2088353" y="704819"/>
                </a:lnTo>
                <a:lnTo>
                  <a:pt x="0" y="7048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52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bric Certified Slide ">
    <p:bg>
      <p:bgPr>
        <a:gradFill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background with a qr code and a shield  AI-generated content may be incorrect.">
            <a:extLst>
              <a:ext uri="{FF2B5EF4-FFF2-40B4-BE49-F238E27FC236}">
                <a16:creationId xmlns:a16="http://schemas.microsoft.com/office/drawing/2014/main" id="{1877C2EC-1A79-3086-4E85-5CB869C71E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6840200" cy="947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67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bi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1ABE85-BED3-368D-C493-1F177F928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041" y="921291"/>
            <a:ext cx="9206435" cy="1067823"/>
          </a:xfrm>
        </p:spPr>
        <p:txBody>
          <a:bodyPr>
            <a:noAutofit/>
          </a:bodyPr>
          <a:lstStyle>
            <a:lvl1pPr marL="0" marR="0" indent="0" algn="l" defTabSz="13716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600" b="1" i="0"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3716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 Name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4E7824-6F70-8C5B-A61A-F9DC2BF81F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5042" y="4090083"/>
            <a:ext cx="9052878" cy="971679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8A75621-9208-9D37-A8F9-BF25A98946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256327" y="896964"/>
            <a:ext cx="3394860" cy="339486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DAFEE0-0008-D8FD-4612-B7A0A5F1601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048824" y="7403613"/>
            <a:ext cx="8004836" cy="82981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7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CFA094-324A-C81E-60C7-CFA7C3D1D9E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48824" y="8185080"/>
            <a:ext cx="8004836" cy="82981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7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C06D84-B444-738F-4FAA-0E703DAF5A2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048824" y="8966547"/>
            <a:ext cx="8004836" cy="82981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7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326385-D0EB-7C5D-38B8-8111D86FDDC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85042" y="4882284"/>
            <a:ext cx="9052878" cy="971679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4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3ADF5-EA43-CE2E-A6B7-78D67C2A1FE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85041" y="2925836"/>
            <a:ext cx="9052877" cy="60722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3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12FF48EA-B45A-6121-7CD9-11E4B4A14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5041" y="1996416"/>
            <a:ext cx="9206436" cy="106782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5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Second Name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9DD15D-35AB-AFCF-346B-A65619BB46F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0729731" y="4843096"/>
            <a:ext cx="6921456" cy="4929191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</p:spTree>
    <p:extLst>
      <p:ext uri="{BB962C8B-B14F-4D97-AF65-F5344CB8AC3E}">
        <p14:creationId xmlns:p14="http://schemas.microsoft.com/office/powerpoint/2010/main" val="2711913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21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79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A8AD42F8-1B56-280C-AC01-F2EAE17CE008}"/>
              </a:ext>
            </a:extLst>
          </p:cNvPr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5B93828-750E-B91F-2CD0-911316D2DED5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C9CA0AA5-97BF-B3E1-AD0C-2EE19D0D1A93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1" t="-23436" r="-17895" b="-171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BCD8F5D-7FE9-64AF-C2A4-0096E05166BA}"/>
              </a:ext>
            </a:extLst>
          </p:cNvPr>
          <p:cNvSpPr/>
          <p:nvPr userDrawn="1"/>
        </p:nvSpPr>
        <p:spPr>
          <a:xfrm rot="-10800000" flipH="1" flipV="1">
            <a:off x="8352024" y="2119509"/>
            <a:ext cx="9935976" cy="8092718"/>
          </a:xfrm>
          <a:custGeom>
            <a:avLst/>
            <a:gdLst/>
            <a:ahLst/>
            <a:cxnLst/>
            <a:rect l="l" t="t" r="r" b="b"/>
            <a:pathLst>
              <a:path w="9935976" h="8092718">
                <a:moveTo>
                  <a:pt x="9935976" y="8092717"/>
                </a:moveTo>
                <a:lnTo>
                  <a:pt x="0" y="8092717"/>
                </a:lnTo>
                <a:lnTo>
                  <a:pt x="0" y="0"/>
                </a:lnTo>
                <a:lnTo>
                  <a:pt x="9935976" y="0"/>
                </a:lnTo>
                <a:lnTo>
                  <a:pt x="9935976" y="8092717"/>
                </a:lnTo>
                <a:close/>
              </a:path>
            </a:pathLst>
          </a:custGeom>
          <a:blipFill>
            <a:blip r:embed="rId4"/>
            <a:stretch>
              <a:fillRect l="-151907" t="-3054" b="-461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78524E82-3ED8-96D7-7E13-51CD558A2142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B5FEE8E-2824-98A6-0A76-6D9ADD419D3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FA5E35EC-FAD7-C12E-BA95-6CD587B0E868}"/>
                </a:ext>
              </a:extLst>
            </p:cNvPr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2"/>
                </a:lnSpc>
              </a:pPr>
              <a:endParaRPr/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A3C6E095-E8DD-FEA8-A3B2-12BED0634AB6}"/>
              </a:ext>
            </a:extLst>
          </p:cNvPr>
          <p:cNvSpPr txBox="1"/>
          <p:nvPr userDrawn="1"/>
        </p:nvSpPr>
        <p:spPr>
          <a:xfrm>
            <a:off x="1028700" y="7733835"/>
            <a:ext cx="8572500" cy="664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1">
                <a:solidFill>
                  <a:srgbClr val="2AAC9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ATLANTA</a:t>
            </a:r>
            <a:r>
              <a:rPr lang="en-US" sz="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MARCH 16 - 20, 2026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1B95A94-84BF-AEAE-2CE8-32A1B051CCD8}"/>
              </a:ext>
            </a:extLst>
          </p:cNvPr>
          <p:cNvSpPr txBox="1"/>
          <p:nvPr userDrawn="1"/>
        </p:nvSpPr>
        <p:spPr>
          <a:xfrm>
            <a:off x="1028700" y="2052834"/>
            <a:ext cx="5753100" cy="59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55"/>
              </a:lnSpc>
            </a:pPr>
            <a:r>
              <a:rPr lang="en-US" sz="3611">
                <a:solidFill>
                  <a:srgbClr val="E3F7EF"/>
                </a:solidFill>
                <a:latin typeface="Montserrat"/>
                <a:ea typeface="Montserrat"/>
                <a:cs typeface="Montserrat"/>
                <a:sym typeface="Montserrat"/>
              </a:rPr>
              <a:t>#FABCONSQLCON2026</a:t>
            </a:r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45E4CDCA-8D31-CEC9-5DCF-460733C8BD38}"/>
              </a:ext>
            </a:extLst>
          </p:cNvPr>
          <p:cNvGrpSpPr/>
          <p:nvPr userDrawn="1"/>
        </p:nvGrpSpPr>
        <p:grpSpPr>
          <a:xfrm>
            <a:off x="1028700" y="4027243"/>
            <a:ext cx="14346130" cy="2672227"/>
            <a:chOff x="0" y="0"/>
            <a:chExt cx="19128173" cy="3562969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A2C3BA32-6153-0C84-F1E8-45E51328350A}"/>
                </a:ext>
              </a:extLst>
            </p:cNvPr>
            <p:cNvSpPr/>
            <p:nvPr/>
          </p:nvSpPr>
          <p:spPr>
            <a:xfrm>
              <a:off x="0" y="0"/>
              <a:ext cx="8838779" cy="3562969"/>
            </a:xfrm>
            <a:custGeom>
              <a:avLst/>
              <a:gdLst/>
              <a:ahLst/>
              <a:cxnLst/>
              <a:rect l="l" t="t" r="r" b="b"/>
              <a:pathLst>
                <a:path w="8838779" h="3562969">
                  <a:moveTo>
                    <a:pt x="0" y="0"/>
                  </a:moveTo>
                  <a:lnTo>
                    <a:pt x="8838779" y="0"/>
                  </a:lnTo>
                  <a:lnTo>
                    <a:pt x="8838779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8B8B3220-EB46-4D66-4276-5B30822833DA}"/>
                </a:ext>
              </a:extLst>
            </p:cNvPr>
            <p:cNvSpPr/>
            <p:nvPr/>
          </p:nvSpPr>
          <p:spPr>
            <a:xfrm>
              <a:off x="10285701" y="0"/>
              <a:ext cx="8842473" cy="3562969"/>
            </a:xfrm>
            <a:custGeom>
              <a:avLst/>
              <a:gdLst/>
              <a:ahLst/>
              <a:cxnLst/>
              <a:rect l="l" t="t" r="r" b="b"/>
              <a:pathLst>
                <a:path w="8842473" h="3562969">
                  <a:moveTo>
                    <a:pt x="0" y="0"/>
                  </a:moveTo>
                  <a:lnTo>
                    <a:pt x="8842472" y="0"/>
                  </a:lnTo>
                  <a:lnTo>
                    <a:pt x="8842472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12">
              <a:extLst>
                <a:ext uri="{FF2B5EF4-FFF2-40B4-BE49-F238E27FC236}">
                  <a16:creationId xmlns:a16="http://schemas.microsoft.com/office/drawing/2014/main" id="{3297DFB0-F62D-9895-2DDF-9BBE13E1EEBF}"/>
                </a:ext>
              </a:extLst>
            </p:cNvPr>
            <p:cNvSpPr/>
            <p:nvPr/>
          </p:nvSpPr>
          <p:spPr>
            <a:xfrm flipV="1">
              <a:off x="9562240" y="561"/>
              <a:ext cx="0" cy="3561847"/>
            </a:xfrm>
            <a:prstGeom prst="line">
              <a:avLst/>
            </a:prstGeom>
            <a:ln w="6514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8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B73A0AEB-59D9-B34E-A713-EA67B842AD77}"/>
              </a:ext>
            </a:extLst>
          </p:cNvPr>
          <p:cNvSpPr/>
          <p:nvPr userDrawn="1"/>
        </p:nvSpPr>
        <p:spPr>
          <a:xfrm rot="-10800000">
            <a:off x="4514543" y="9489362"/>
            <a:ext cx="5168580" cy="797638"/>
          </a:xfrm>
          <a:custGeom>
            <a:avLst/>
            <a:gdLst/>
            <a:ahLst/>
            <a:cxnLst/>
            <a:rect l="l" t="t" r="r" b="b"/>
            <a:pathLst>
              <a:path w="5168580" h="797638">
                <a:moveTo>
                  <a:pt x="0" y="0"/>
                </a:moveTo>
                <a:lnTo>
                  <a:pt x="5168580" y="0"/>
                </a:lnTo>
                <a:lnTo>
                  <a:pt x="5168580" y="797638"/>
                </a:lnTo>
                <a:lnTo>
                  <a:pt x="0" y="797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7752" t="-472544" r="-30431" b="-3597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1BBE92BD-1023-A2A8-6DE3-1D3B741EB4B4}"/>
              </a:ext>
            </a:extLst>
          </p:cNvPr>
          <p:cNvSpPr/>
          <p:nvPr userDrawn="1"/>
        </p:nvSpPr>
        <p:spPr>
          <a:xfrm flipV="1">
            <a:off x="12438275" y="9472693"/>
            <a:ext cx="0" cy="814307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2EE9507-7729-C868-1726-EFE8A6E9275F}"/>
              </a:ext>
            </a:extLst>
          </p:cNvPr>
          <p:cNvSpPr/>
          <p:nvPr userDrawn="1"/>
        </p:nvSpPr>
        <p:spPr>
          <a:xfrm>
            <a:off x="2520468" y="9689186"/>
            <a:ext cx="1765476" cy="350239"/>
          </a:xfrm>
          <a:custGeom>
            <a:avLst/>
            <a:gdLst/>
            <a:ahLst/>
            <a:cxnLst/>
            <a:rect l="l" t="t" r="r" b="b"/>
            <a:pathLst>
              <a:path w="1765476" h="350239">
                <a:moveTo>
                  <a:pt x="0" y="0"/>
                </a:moveTo>
                <a:lnTo>
                  <a:pt x="1765475" y="0"/>
                </a:lnTo>
                <a:lnTo>
                  <a:pt x="1765475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23" t="-116316" r="-1416" b="-220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935B4E22-DB0E-4380-3CB7-3F37A818512A}"/>
              </a:ext>
            </a:extLst>
          </p:cNvPr>
          <p:cNvSpPr/>
          <p:nvPr userDrawn="1"/>
        </p:nvSpPr>
        <p:spPr>
          <a:xfrm>
            <a:off x="325473" y="9689186"/>
            <a:ext cx="1736602" cy="350239"/>
          </a:xfrm>
          <a:custGeom>
            <a:avLst/>
            <a:gdLst/>
            <a:ahLst/>
            <a:cxnLst/>
            <a:rect l="l" t="t" r="r" b="b"/>
            <a:pathLst>
              <a:path w="1736602" h="350239">
                <a:moveTo>
                  <a:pt x="0" y="0"/>
                </a:moveTo>
                <a:lnTo>
                  <a:pt x="1736602" y="0"/>
                </a:lnTo>
                <a:lnTo>
                  <a:pt x="1736602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94FBEB28-640B-69AD-9D09-3724F1EDD9CD}"/>
              </a:ext>
            </a:extLst>
          </p:cNvPr>
          <p:cNvSpPr/>
          <p:nvPr userDrawn="1"/>
        </p:nvSpPr>
        <p:spPr>
          <a:xfrm flipV="1">
            <a:off x="2291271" y="9625562"/>
            <a:ext cx="0" cy="477488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5B093C3-0BAE-593C-7F40-0109CA798D1D}"/>
              </a:ext>
            </a:extLst>
          </p:cNvPr>
          <p:cNvSpPr txBox="1"/>
          <p:nvPr userDrawn="1"/>
        </p:nvSpPr>
        <p:spPr>
          <a:xfrm>
            <a:off x="10114079" y="9664436"/>
            <a:ext cx="2128934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232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ATLANTA26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B0A2AE4-52AF-2819-C9FE-EA67B1DD0409}"/>
              </a:ext>
            </a:extLst>
          </p:cNvPr>
          <p:cNvSpPr txBox="1"/>
          <p:nvPr userDrawn="1"/>
        </p:nvSpPr>
        <p:spPr>
          <a:xfrm>
            <a:off x="12708990" y="9653025"/>
            <a:ext cx="2128934" cy="470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JOIN THE</a:t>
            </a:r>
          </a:p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CONVERSATION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A798755-B3B8-4D92-C183-7752C1144E3B}"/>
              </a:ext>
            </a:extLst>
          </p:cNvPr>
          <p:cNvSpPr txBox="1"/>
          <p:nvPr userDrawn="1"/>
        </p:nvSpPr>
        <p:spPr>
          <a:xfrm>
            <a:off x="14260672" y="9630824"/>
            <a:ext cx="376386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9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#FABCONSQLCON26</a:t>
            </a: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F9D27ED7-2111-8E80-DFC0-546473B5F1D0}"/>
              </a:ext>
            </a:extLst>
          </p:cNvPr>
          <p:cNvSpPr/>
          <p:nvPr userDrawn="1"/>
        </p:nvSpPr>
        <p:spPr>
          <a:xfrm flipH="1">
            <a:off x="0" y="9489362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2DC85C-F7BB-F305-F6ED-47E7FC05862E}"/>
              </a:ext>
            </a:extLst>
          </p:cNvPr>
          <p:cNvCxnSpPr/>
          <p:nvPr userDrawn="1"/>
        </p:nvCxnSpPr>
        <p:spPr>
          <a:xfrm>
            <a:off x="0" y="9489361"/>
            <a:ext cx="1828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982885-2E20-0063-7834-3207031DBB1B}"/>
              </a:ext>
            </a:extLst>
          </p:cNvPr>
          <p:cNvCxnSpPr>
            <a:cxnSpLocks/>
          </p:cNvCxnSpPr>
          <p:nvPr userDrawn="1"/>
        </p:nvCxnSpPr>
        <p:spPr>
          <a:xfrm flipV="1">
            <a:off x="12438275" y="9503973"/>
            <a:ext cx="0" cy="783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07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8" r:id="rId3"/>
    <p:sldLayoutId id="2147483690" r:id="rId4"/>
    <p:sldLayoutId id="2147483691" r:id="rId5"/>
    <p:sldLayoutId id="2147483720" r:id="rId6"/>
    <p:sldLayoutId id="2147483692" r:id="rId7"/>
    <p:sldLayoutId id="214748373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851E6E58-D0C8-75CB-E464-A135CD1CC5E2}"/>
              </a:ext>
            </a:extLst>
          </p:cNvPr>
          <p:cNvSpPr/>
          <p:nvPr userDrawn="1"/>
        </p:nvSpPr>
        <p:spPr>
          <a:xfrm rot="-10800000">
            <a:off x="4514543" y="9489362"/>
            <a:ext cx="5168580" cy="797638"/>
          </a:xfrm>
          <a:custGeom>
            <a:avLst/>
            <a:gdLst/>
            <a:ahLst/>
            <a:cxnLst/>
            <a:rect l="l" t="t" r="r" b="b"/>
            <a:pathLst>
              <a:path w="5168580" h="797638">
                <a:moveTo>
                  <a:pt x="0" y="0"/>
                </a:moveTo>
                <a:lnTo>
                  <a:pt x="5168580" y="0"/>
                </a:lnTo>
                <a:lnTo>
                  <a:pt x="5168580" y="797638"/>
                </a:lnTo>
                <a:lnTo>
                  <a:pt x="0" y="797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7752" t="-472544" r="-30431" b="-3597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96984F7-80BE-E6F0-AC12-919A84B5FE54}"/>
              </a:ext>
            </a:extLst>
          </p:cNvPr>
          <p:cNvSpPr/>
          <p:nvPr userDrawn="1"/>
        </p:nvSpPr>
        <p:spPr>
          <a:xfrm flipV="1">
            <a:off x="12438275" y="9472693"/>
            <a:ext cx="0" cy="814307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0B267A2-CB54-F47B-489F-713AABB6212F}"/>
              </a:ext>
            </a:extLst>
          </p:cNvPr>
          <p:cNvSpPr/>
          <p:nvPr userDrawn="1"/>
        </p:nvSpPr>
        <p:spPr>
          <a:xfrm>
            <a:off x="2520468" y="9689186"/>
            <a:ext cx="1765476" cy="350239"/>
          </a:xfrm>
          <a:custGeom>
            <a:avLst/>
            <a:gdLst/>
            <a:ahLst/>
            <a:cxnLst/>
            <a:rect l="l" t="t" r="r" b="b"/>
            <a:pathLst>
              <a:path w="1765476" h="350239">
                <a:moveTo>
                  <a:pt x="0" y="0"/>
                </a:moveTo>
                <a:lnTo>
                  <a:pt x="1765475" y="0"/>
                </a:lnTo>
                <a:lnTo>
                  <a:pt x="1765475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023" t="-116316" r="-1416" b="-220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A907770-5C54-C78E-AC2D-C5934A744196}"/>
              </a:ext>
            </a:extLst>
          </p:cNvPr>
          <p:cNvSpPr/>
          <p:nvPr userDrawn="1"/>
        </p:nvSpPr>
        <p:spPr>
          <a:xfrm>
            <a:off x="325473" y="9689186"/>
            <a:ext cx="1736602" cy="350239"/>
          </a:xfrm>
          <a:custGeom>
            <a:avLst/>
            <a:gdLst/>
            <a:ahLst/>
            <a:cxnLst/>
            <a:rect l="l" t="t" r="r" b="b"/>
            <a:pathLst>
              <a:path w="1736602" h="350239">
                <a:moveTo>
                  <a:pt x="0" y="0"/>
                </a:moveTo>
                <a:lnTo>
                  <a:pt x="1736602" y="0"/>
                </a:lnTo>
                <a:lnTo>
                  <a:pt x="1736602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b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9F82236E-D185-63C0-61BB-B97526D904F0}"/>
              </a:ext>
            </a:extLst>
          </p:cNvPr>
          <p:cNvSpPr/>
          <p:nvPr userDrawn="1"/>
        </p:nvSpPr>
        <p:spPr>
          <a:xfrm flipV="1">
            <a:off x="2291271" y="9625562"/>
            <a:ext cx="0" cy="477488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AD0799F-0531-B757-298B-B0FC87154976}"/>
              </a:ext>
            </a:extLst>
          </p:cNvPr>
          <p:cNvSpPr txBox="1"/>
          <p:nvPr userDrawn="1"/>
        </p:nvSpPr>
        <p:spPr>
          <a:xfrm>
            <a:off x="10114079" y="9664436"/>
            <a:ext cx="2128934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232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ATLANTA26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222A13D-6746-6F6B-A7AB-34F8BBD3B70E}"/>
              </a:ext>
            </a:extLst>
          </p:cNvPr>
          <p:cNvSpPr txBox="1"/>
          <p:nvPr userDrawn="1"/>
        </p:nvSpPr>
        <p:spPr>
          <a:xfrm>
            <a:off x="12708990" y="9653025"/>
            <a:ext cx="2128934" cy="470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JOIN THE</a:t>
            </a:r>
          </a:p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CONVERSATION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4CDC4F05-B508-1763-E568-F86BB19397D5}"/>
              </a:ext>
            </a:extLst>
          </p:cNvPr>
          <p:cNvSpPr txBox="1"/>
          <p:nvPr userDrawn="1"/>
        </p:nvSpPr>
        <p:spPr>
          <a:xfrm>
            <a:off x="14260672" y="9630824"/>
            <a:ext cx="3763863" cy="4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9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#FABCONSQLCON26</a:t>
            </a: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14375F45-140E-6472-9751-23B25F855B0D}"/>
              </a:ext>
            </a:extLst>
          </p:cNvPr>
          <p:cNvSpPr/>
          <p:nvPr userDrawn="1"/>
        </p:nvSpPr>
        <p:spPr>
          <a:xfrm flipH="1">
            <a:off x="0" y="9489362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3" r:id="rId8"/>
    <p:sldLayoutId id="2147483746" r:id="rId9"/>
    <p:sldLayoutId id="2147483747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freesvg.org/bottle-and-glass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jp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://christiansincontex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17" Type="http://schemas.openxmlformats.org/officeDocument/2006/relationships/image" Target="../media/image44.svg"/><Relationship Id="rId2" Type="http://schemas.openxmlformats.org/officeDocument/2006/relationships/image" Target="../media/image29.png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6DF1-3D29-C744-A3B9-F6ED8A33A9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FabCon</a:t>
            </a:r>
            <a:r>
              <a:rPr lang="en-US" dirty="0"/>
              <a:t> </a:t>
            </a:r>
            <a:r>
              <a:rPr lang="en-US" dirty="0" err="1"/>
              <a:t>SQLCon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0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21039"/>
            </a:gs>
            <a:gs pos="47000">
              <a:srgbClr val="12103A"/>
            </a:gs>
            <a:gs pos="93000">
              <a:srgbClr val="11113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78F647-5E57-F195-E0CD-D5097E3047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248508"/>
            <a:ext cx="12307997" cy="3033346"/>
          </a:xfrm>
        </p:spPr>
        <p:txBody>
          <a:bodyPr/>
          <a:lstStyle/>
          <a:p>
            <a:r>
              <a:rPr lang="en-US" sz="8000" b="1" dirty="0"/>
              <a:t>Semantic Link Labs: </a:t>
            </a:r>
            <a:br>
              <a:rPr lang="en-US" sz="8000" b="1" dirty="0"/>
            </a:br>
            <a:r>
              <a:rPr lang="en-US" sz="8000" b="1" dirty="0"/>
              <a:t>The Data Detective’s Toolkit</a:t>
            </a:r>
            <a:endParaRPr lang="en-US" sz="80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31E6371-4689-13D5-E303-CF630D48B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564442"/>
            <a:ext cx="7391400" cy="1858962"/>
          </a:xfrm>
        </p:spPr>
        <p:txBody>
          <a:bodyPr/>
          <a:lstStyle/>
          <a:p>
            <a:r>
              <a:rPr lang="en-US" sz="6000" dirty="0"/>
              <a:t>Jason Romans</a:t>
            </a:r>
          </a:p>
        </p:txBody>
      </p:sp>
      <p:pic>
        <p:nvPicPr>
          <p:cNvPr id="5" name="Picture 4" descr="Image of a detective with a magnifying glass">
            <a:extLst>
              <a:ext uri="{FF2B5EF4-FFF2-40B4-BE49-F238E27FC236}">
                <a16:creationId xmlns:a16="http://schemas.microsoft.com/office/drawing/2014/main" id="{C2B5A0FD-6BE4-FE46-4E95-DECF06E9C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743414" y="2236967"/>
            <a:ext cx="5813066" cy="5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7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884C3-3A19-D348-5975-7E76E9FC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3FE31E6-A157-ED8B-6EA8-7F00DBDA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Jason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1BECA1-6C80-4BA2-E138-46D7D4DDFD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Romans</a:t>
            </a:r>
          </a:p>
        </p:txBody>
      </p:sp>
      <p:pic>
        <p:nvPicPr>
          <p:cNvPr id="13" name="Picture Placeholder 12" descr="Picture of Jason Romans">
            <a:extLst>
              <a:ext uri="{FF2B5EF4-FFF2-40B4-BE49-F238E27FC236}">
                <a16:creationId xmlns:a16="http://schemas.microsoft.com/office/drawing/2014/main" id="{7C815971-BC36-6ADB-B471-84AF4D7F97D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218" r="3218"/>
          <a:stretch/>
        </p:blipFill>
        <p:spPr>
          <a:xfrm>
            <a:off x="14256327" y="896964"/>
            <a:ext cx="3394860" cy="339486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1B15B3-BB99-D992-9C87-5735B1DE0F8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048824" y="6969135"/>
            <a:ext cx="8004836" cy="829812"/>
          </a:xfrm>
        </p:spPr>
        <p:txBody>
          <a:bodyPr/>
          <a:lstStyle/>
          <a:p>
            <a:r>
              <a:rPr lang="en-US" dirty="0"/>
              <a:t>@sql_jar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58C3D-BA7E-4CC6-8E2F-8B69CE0373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48824" y="7750602"/>
            <a:ext cx="8004836" cy="829812"/>
          </a:xfrm>
        </p:spPr>
        <p:txBody>
          <a:bodyPr>
            <a:normAutofit/>
          </a:bodyPr>
          <a:lstStyle/>
          <a:p>
            <a:r>
              <a:rPr lang="en-US" dirty="0" err="1"/>
              <a:t>jason</a:t>
            </a:r>
            <a:r>
              <a:rPr lang="en-US" dirty="0"/>
              <a:t>-r-</a:t>
            </a:r>
            <a:r>
              <a:rPr lang="en-US" dirty="0" err="1"/>
              <a:t>sql</a:t>
            </a:r>
            <a:r>
              <a:rPr lang="en-US" dirty="0"/>
              <a:t>-jar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BDD020-0FF8-4656-3A42-50FD2FE276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048824" y="8532069"/>
            <a:ext cx="8004836" cy="829812"/>
          </a:xfrm>
        </p:spPr>
        <p:txBody>
          <a:bodyPr/>
          <a:lstStyle/>
          <a:p>
            <a:r>
              <a:rPr lang="en-US" dirty="0"/>
              <a:t>https://thedaxshepherd.com/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773E2462-CCB6-0871-3D32-D989F1BCD7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80705" y="7132757"/>
            <a:ext cx="544806" cy="556628"/>
          </a:xfrm>
          <a:custGeom>
            <a:avLst/>
            <a:gdLst>
              <a:gd name="connsiteX0" fmla="*/ 216156 w 363204"/>
              <a:gd name="connsiteY0" fmla="*/ 157129 h 371085"/>
              <a:gd name="connsiteX1" fmla="*/ 351367 w 363204"/>
              <a:gd name="connsiteY1" fmla="*/ 0 h 371085"/>
              <a:gd name="connsiteX2" fmla="*/ 319326 w 363204"/>
              <a:gd name="connsiteY2" fmla="*/ 0 h 371085"/>
              <a:gd name="connsiteX3" fmla="*/ 201922 w 363204"/>
              <a:gd name="connsiteY3" fmla="*/ 136433 h 371085"/>
              <a:gd name="connsiteX4" fmla="*/ 108152 w 363204"/>
              <a:gd name="connsiteY4" fmla="*/ 0 h 371085"/>
              <a:gd name="connsiteX5" fmla="*/ 0 w 363204"/>
              <a:gd name="connsiteY5" fmla="*/ 0 h 371085"/>
              <a:gd name="connsiteX6" fmla="*/ 141798 w 363204"/>
              <a:gd name="connsiteY6" fmla="*/ 206311 h 371085"/>
              <a:gd name="connsiteX7" fmla="*/ 0 w 363204"/>
              <a:gd name="connsiteY7" fmla="*/ 371085 h 371085"/>
              <a:gd name="connsiteX8" fmla="*/ 32042 w 363204"/>
              <a:gd name="connsiteY8" fmla="*/ 371085 h 371085"/>
              <a:gd name="connsiteX9" fmla="*/ 156024 w 363204"/>
              <a:gd name="connsiteY9" fmla="*/ 227007 h 371085"/>
              <a:gd name="connsiteX10" fmla="*/ 255052 w 363204"/>
              <a:gd name="connsiteY10" fmla="*/ 371085 h 371085"/>
              <a:gd name="connsiteX11" fmla="*/ 363204 w 363204"/>
              <a:gd name="connsiteY11" fmla="*/ 371085 h 371085"/>
              <a:gd name="connsiteX12" fmla="*/ 216148 w 363204"/>
              <a:gd name="connsiteY12" fmla="*/ 157129 h 371085"/>
              <a:gd name="connsiteX13" fmla="*/ 216156 w 363204"/>
              <a:gd name="connsiteY13" fmla="*/ 157129 h 371085"/>
              <a:gd name="connsiteX14" fmla="*/ 172269 w 363204"/>
              <a:gd name="connsiteY14" fmla="*/ 208129 h 371085"/>
              <a:gd name="connsiteX15" fmla="*/ 157902 w 363204"/>
              <a:gd name="connsiteY15" fmla="*/ 187585 h 371085"/>
              <a:gd name="connsiteX16" fmla="*/ 43588 w 363204"/>
              <a:gd name="connsiteY16" fmla="*/ 24115 h 371085"/>
              <a:gd name="connsiteX17" fmla="*/ 92803 w 363204"/>
              <a:gd name="connsiteY17" fmla="*/ 24115 h 371085"/>
              <a:gd name="connsiteX18" fmla="*/ 185056 w 363204"/>
              <a:gd name="connsiteY18" fmla="*/ 156040 h 371085"/>
              <a:gd name="connsiteX19" fmla="*/ 199423 w 363204"/>
              <a:gd name="connsiteY19" fmla="*/ 176584 h 371085"/>
              <a:gd name="connsiteX20" fmla="*/ 319341 w 363204"/>
              <a:gd name="connsiteY20" fmla="*/ 348067 h 371085"/>
              <a:gd name="connsiteX21" fmla="*/ 270126 w 363204"/>
              <a:gd name="connsiteY21" fmla="*/ 348067 h 371085"/>
              <a:gd name="connsiteX22" fmla="*/ 172269 w 363204"/>
              <a:gd name="connsiteY22" fmla="*/ 208137 h 371085"/>
              <a:gd name="connsiteX23" fmla="*/ 172269 w 363204"/>
              <a:gd name="connsiteY23" fmla="*/ 208129 h 37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3204" h="371085">
                <a:moveTo>
                  <a:pt x="216156" y="157129"/>
                </a:moveTo>
                <a:lnTo>
                  <a:pt x="351367" y="0"/>
                </a:lnTo>
                <a:lnTo>
                  <a:pt x="319326" y="0"/>
                </a:lnTo>
                <a:lnTo>
                  <a:pt x="201922" y="136433"/>
                </a:lnTo>
                <a:lnTo>
                  <a:pt x="108152" y="0"/>
                </a:lnTo>
                <a:lnTo>
                  <a:pt x="0" y="0"/>
                </a:lnTo>
                <a:lnTo>
                  <a:pt x="141798" y="206311"/>
                </a:lnTo>
                <a:lnTo>
                  <a:pt x="0" y="371085"/>
                </a:lnTo>
                <a:lnTo>
                  <a:pt x="32042" y="371085"/>
                </a:lnTo>
                <a:lnTo>
                  <a:pt x="156024" y="227007"/>
                </a:lnTo>
                <a:lnTo>
                  <a:pt x="255052" y="371085"/>
                </a:lnTo>
                <a:lnTo>
                  <a:pt x="363204" y="371085"/>
                </a:lnTo>
                <a:lnTo>
                  <a:pt x="216148" y="157129"/>
                </a:lnTo>
                <a:lnTo>
                  <a:pt x="216156" y="157129"/>
                </a:lnTo>
                <a:close/>
                <a:moveTo>
                  <a:pt x="172269" y="208129"/>
                </a:moveTo>
                <a:lnTo>
                  <a:pt x="157902" y="187585"/>
                </a:lnTo>
                <a:lnTo>
                  <a:pt x="43588" y="24115"/>
                </a:lnTo>
                <a:lnTo>
                  <a:pt x="92803" y="24115"/>
                </a:lnTo>
                <a:lnTo>
                  <a:pt x="185056" y="156040"/>
                </a:lnTo>
                <a:lnTo>
                  <a:pt x="199423" y="176584"/>
                </a:lnTo>
                <a:lnTo>
                  <a:pt x="319341" y="348067"/>
                </a:lnTo>
                <a:lnTo>
                  <a:pt x="270126" y="348067"/>
                </a:lnTo>
                <a:lnTo>
                  <a:pt x="172269" y="208137"/>
                </a:lnTo>
                <a:lnTo>
                  <a:pt x="172269" y="20812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defTabSz="685800">
              <a:defRPr/>
            </a:pPr>
            <a:endParaRPr lang="en-US" sz="2700">
              <a:solidFill>
                <a:srgbClr val="110449"/>
              </a:solidFill>
              <a:latin typeface="Calibri"/>
            </a:endParaRPr>
          </a:p>
        </p:txBody>
      </p:sp>
      <p:pic>
        <p:nvPicPr>
          <p:cNvPr id="18" name="Picture 17" descr="Blog outline">
            <a:extLst>
              <a:ext uri="{FF2B5EF4-FFF2-40B4-BE49-F238E27FC236}">
                <a16:creationId xmlns:a16="http://schemas.microsoft.com/office/drawing/2014/main" id="{AFA39686-8447-D875-C536-C80D1DC85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14203" y="8612095"/>
            <a:ext cx="718106" cy="718106"/>
          </a:xfrm>
          <a:prstGeom prst="rect">
            <a:avLst/>
          </a:prstGeom>
        </p:spPr>
      </p:pic>
      <p:sp>
        <p:nvSpPr>
          <p:cNvPr id="30" name="Graphic 11">
            <a:extLst>
              <a:ext uri="{FF2B5EF4-FFF2-40B4-BE49-F238E27FC236}">
                <a16:creationId xmlns:a16="http://schemas.microsoft.com/office/drawing/2014/main" id="{0167CE5C-5840-3C86-4856-8E4853BC53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61006" y="7923647"/>
            <a:ext cx="584204" cy="556781"/>
          </a:xfrm>
          <a:custGeom>
            <a:avLst/>
            <a:gdLst>
              <a:gd name="connsiteX0" fmla="*/ 479468 w 562504"/>
              <a:gd name="connsiteY0" fmla="*/ 479468 h 562504"/>
              <a:gd name="connsiteX1" fmla="*/ 396432 w 562504"/>
              <a:gd name="connsiteY1" fmla="*/ 479468 h 562504"/>
              <a:gd name="connsiteX2" fmla="*/ 396432 w 562504"/>
              <a:gd name="connsiteY2" fmla="*/ 349556 h 562504"/>
              <a:gd name="connsiteX3" fmla="*/ 353574 w 562504"/>
              <a:gd name="connsiteY3" fmla="*/ 278574 h 562504"/>
              <a:gd name="connsiteX4" fmla="*/ 302681 w 562504"/>
              <a:gd name="connsiteY4" fmla="*/ 346878 h 562504"/>
              <a:gd name="connsiteX5" fmla="*/ 302681 w 562504"/>
              <a:gd name="connsiteY5" fmla="*/ 479468 h 562504"/>
              <a:gd name="connsiteX6" fmla="*/ 219645 w 562504"/>
              <a:gd name="connsiteY6" fmla="*/ 479468 h 562504"/>
              <a:gd name="connsiteX7" fmla="*/ 219645 w 562504"/>
              <a:gd name="connsiteY7" fmla="*/ 211609 h 562504"/>
              <a:gd name="connsiteX8" fmla="*/ 300002 w 562504"/>
              <a:gd name="connsiteY8" fmla="*/ 211609 h 562504"/>
              <a:gd name="connsiteX9" fmla="*/ 300002 w 562504"/>
              <a:gd name="connsiteY9" fmla="*/ 247770 h 562504"/>
              <a:gd name="connsiteX10" fmla="*/ 301342 w 562504"/>
              <a:gd name="connsiteY10" fmla="*/ 247770 h 562504"/>
              <a:gd name="connsiteX11" fmla="*/ 380360 w 562504"/>
              <a:gd name="connsiteY11" fmla="*/ 204912 h 562504"/>
              <a:gd name="connsiteX12" fmla="*/ 480807 w 562504"/>
              <a:gd name="connsiteY12" fmla="*/ 332145 h 562504"/>
              <a:gd name="connsiteX13" fmla="*/ 479468 w 562504"/>
              <a:gd name="connsiteY13" fmla="*/ 479468 h 562504"/>
              <a:gd name="connsiteX14" fmla="*/ 124555 w 562504"/>
              <a:gd name="connsiteY14" fmla="*/ 174108 h 562504"/>
              <a:gd name="connsiteX15" fmla="*/ 76340 w 562504"/>
              <a:gd name="connsiteY15" fmla="*/ 125894 h 562504"/>
              <a:gd name="connsiteX16" fmla="*/ 124555 w 562504"/>
              <a:gd name="connsiteY16" fmla="*/ 77679 h 562504"/>
              <a:gd name="connsiteX17" fmla="*/ 172769 w 562504"/>
              <a:gd name="connsiteY17" fmla="*/ 125894 h 562504"/>
              <a:gd name="connsiteX18" fmla="*/ 124555 w 562504"/>
              <a:gd name="connsiteY18" fmla="*/ 174108 h 562504"/>
              <a:gd name="connsiteX19" fmla="*/ 166073 w 562504"/>
              <a:gd name="connsiteY19" fmla="*/ 479468 h 562504"/>
              <a:gd name="connsiteX20" fmla="*/ 83036 w 562504"/>
              <a:gd name="connsiteY20" fmla="*/ 479468 h 562504"/>
              <a:gd name="connsiteX21" fmla="*/ 83036 w 562504"/>
              <a:gd name="connsiteY21" fmla="*/ 211609 h 562504"/>
              <a:gd name="connsiteX22" fmla="*/ 166073 w 562504"/>
              <a:gd name="connsiteY22" fmla="*/ 211609 h 562504"/>
              <a:gd name="connsiteX23" fmla="*/ 166073 w 562504"/>
              <a:gd name="connsiteY23" fmla="*/ 479468 h 562504"/>
              <a:gd name="connsiteX24" fmla="*/ 520986 w 562504"/>
              <a:gd name="connsiteY24" fmla="*/ 0 h 562504"/>
              <a:gd name="connsiteX25" fmla="*/ 41518 w 562504"/>
              <a:gd name="connsiteY25" fmla="*/ 0 h 562504"/>
              <a:gd name="connsiteX26" fmla="*/ 0 w 562504"/>
              <a:gd name="connsiteY26" fmla="*/ 40179 h 562504"/>
              <a:gd name="connsiteX27" fmla="*/ 0 w 562504"/>
              <a:gd name="connsiteY27" fmla="*/ 522325 h 562504"/>
              <a:gd name="connsiteX28" fmla="*/ 41518 w 562504"/>
              <a:gd name="connsiteY28" fmla="*/ 562504 h 562504"/>
              <a:gd name="connsiteX29" fmla="*/ 520986 w 562504"/>
              <a:gd name="connsiteY29" fmla="*/ 562504 h 562504"/>
              <a:gd name="connsiteX30" fmla="*/ 562504 w 562504"/>
              <a:gd name="connsiteY30" fmla="*/ 522325 h 562504"/>
              <a:gd name="connsiteX31" fmla="*/ 562504 w 562504"/>
              <a:gd name="connsiteY31" fmla="*/ 40179 h 562504"/>
              <a:gd name="connsiteX32" fmla="*/ 520986 w 562504"/>
              <a:gd name="connsiteY32" fmla="*/ 0 h 562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2504" h="562504">
                <a:moveTo>
                  <a:pt x="479468" y="479468"/>
                </a:moveTo>
                <a:lnTo>
                  <a:pt x="396432" y="479468"/>
                </a:lnTo>
                <a:lnTo>
                  <a:pt x="396432" y="349556"/>
                </a:lnTo>
                <a:cubicBezTo>
                  <a:pt x="396432" y="318752"/>
                  <a:pt x="395092" y="278574"/>
                  <a:pt x="353574" y="278574"/>
                </a:cubicBezTo>
                <a:cubicBezTo>
                  <a:pt x="310717" y="278574"/>
                  <a:pt x="302681" y="312056"/>
                  <a:pt x="302681" y="346878"/>
                </a:cubicBezTo>
                <a:lnTo>
                  <a:pt x="302681" y="479468"/>
                </a:lnTo>
                <a:lnTo>
                  <a:pt x="219645" y="479468"/>
                </a:lnTo>
                <a:lnTo>
                  <a:pt x="219645" y="211609"/>
                </a:lnTo>
                <a:lnTo>
                  <a:pt x="300002" y="211609"/>
                </a:lnTo>
                <a:lnTo>
                  <a:pt x="300002" y="247770"/>
                </a:lnTo>
                <a:lnTo>
                  <a:pt x="301342" y="247770"/>
                </a:lnTo>
                <a:cubicBezTo>
                  <a:pt x="317413" y="219645"/>
                  <a:pt x="348217" y="203573"/>
                  <a:pt x="380360" y="204912"/>
                </a:cubicBezTo>
                <a:cubicBezTo>
                  <a:pt x="464736" y="204912"/>
                  <a:pt x="480807" y="259823"/>
                  <a:pt x="480807" y="332145"/>
                </a:cubicBezTo>
                <a:lnTo>
                  <a:pt x="479468" y="479468"/>
                </a:lnTo>
                <a:close/>
                <a:moveTo>
                  <a:pt x="124555" y="174108"/>
                </a:moveTo>
                <a:cubicBezTo>
                  <a:pt x="97769" y="174108"/>
                  <a:pt x="76340" y="152680"/>
                  <a:pt x="76340" y="125894"/>
                </a:cubicBezTo>
                <a:cubicBezTo>
                  <a:pt x="76340" y="99108"/>
                  <a:pt x="97769" y="77679"/>
                  <a:pt x="124555" y="77679"/>
                </a:cubicBezTo>
                <a:cubicBezTo>
                  <a:pt x="151340" y="77679"/>
                  <a:pt x="172769" y="99108"/>
                  <a:pt x="172769" y="125894"/>
                </a:cubicBezTo>
                <a:cubicBezTo>
                  <a:pt x="174108" y="152680"/>
                  <a:pt x="151340" y="174108"/>
                  <a:pt x="124555" y="174108"/>
                </a:cubicBezTo>
                <a:close/>
                <a:moveTo>
                  <a:pt x="166073" y="479468"/>
                </a:moveTo>
                <a:lnTo>
                  <a:pt x="83036" y="479468"/>
                </a:lnTo>
                <a:lnTo>
                  <a:pt x="83036" y="211609"/>
                </a:lnTo>
                <a:lnTo>
                  <a:pt x="166073" y="211609"/>
                </a:lnTo>
                <a:lnTo>
                  <a:pt x="166073" y="479468"/>
                </a:lnTo>
                <a:close/>
                <a:moveTo>
                  <a:pt x="520986" y="0"/>
                </a:moveTo>
                <a:lnTo>
                  <a:pt x="41518" y="0"/>
                </a:lnTo>
                <a:cubicBezTo>
                  <a:pt x="18750" y="0"/>
                  <a:pt x="0" y="18750"/>
                  <a:pt x="0" y="40179"/>
                </a:cubicBezTo>
                <a:lnTo>
                  <a:pt x="0" y="522325"/>
                </a:lnTo>
                <a:cubicBezTo>
                  <a:pt x="0" y="545093"/>
                  <a:pt x="18750" y="562504"/>
                  <a:pt x="41518" y="562504"/>
                </a:cubicBezTo>
                <a:lnTo>
                  <a:pt x="520986" y="562504"/>
                </a:lnTo>
                <a:cubicBezTo>
                  <a:pt x="543754" y="562504"/>
                  <a:pt x="562504" y="543754"/>
                  <a:pt x="562504" y="522325"/>
                </a:cubicBezTo>
                <a:lnTo>
                  <a:pt x="562504" y="40179"/>
                </a:lnTo>
                <a:cubicBezTo>
                  <a:pt x="562504" y="18750"/>
                  <a:pt x="543754" y="0"/>
                  <a:pt x="520986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defTabSz="685800">
              <a:defRPr/>
            </a:pPr>
            <a:endParaRPr lang="en-US" sz="2700">
              <a:solidFill>
                <a:srgbClr val="110449"/>
              </a:solidFill>
              <a:latin typeface="Calibr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19136A-E60F-8952-4650-36E8E444E14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85041" y="4395873"/>
            <a:ext cx="6745317" cy="829812"/>
          </a:xfrm>
        </p:spPr>
        <p:txBody>
          <a:bodyPr>
            <a:normAutofit/>
          </a:bodyPr>
          <a:lstStyle/>
          <a:p>
            <a:r>
              <a:rPr lang="en-US" sz="4800" dirty="0"/>
              <a:t>The DAX Shepherd</a:t>
            </a:r>
          </a:p>
        </p:txBody>
      </p:sp>
      <p:pic>
        <p:nvPicPr>
          <p:cNvPr id="4" name="Picture 3" descr="A blue sign with white text  ">
            <a:extLst>
              <a:ext uri="{FF2B5EF4-FFF2-40B4-BE49-F238E27FC236}">
                <a16:creationId xmlns:a16="http://schemas.microsoft.com/office/drawing/2014/main" id="{968FEB7D-625A-8D19-772F-B89C7CBA9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203" y="5459948"/>
            <a:ext cx="3433580" cy="13853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6966CB-E497-38F9-600C-2916243CD690}"/>
              </a:ext>
            </a:extLst>
          </p:cNvPr>
          <p:cNvSpPr/>
          <p:nvPr/>
        </p:nvSpPr>
        <p:spPr>
          <a:xfrm>
            <a:off x="9013782" y="3911787"/>
            <a:ext cx="9052878" cy="5233302"/>
          </a:xfrm>
          <a:prstGeom prst="rect">
            <a:avLst/>
          </a:prstGeom>
        </p:spPr>
        <p:txBody>
          <a:bodyPr/>
          <a:lstStyle/>
          <a:p>
            <a:pPr defTabSz="685800">
              <a:lnSpc>
                <a:spcPct val="200000"/>
              </a:lnSpc>
              <a:defRPr/>
            </a:pPr>
            <a:r>
              <a:rPr lang="en-US" sz="3600" dirty="0">
                <a:solidFill>
                  <a:srgbClr val="FFFFFF"/>
                </a:solidFill>
                <a:latin typeface="Calibri"/>
              </a:rPr>
              <a:t>📍 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Nashville, TN, USA</a:t>
            </a:r>
            <a:endParaRPr lang="en-US" sz="3600" dirty="0">
              <a:solidFill>
                <a:srgbClr val="FFFFFF"/>
              </a:solidFill>
              <a:latin typeface="Calibri"/>
            </a:endParaRPr>
          </a:p>
          <a:p>
            <a:pPr defTabSz="685800">
              <a:lnSpc>
                <a:spcPct val="200000"/>
              </a:lnSpc>
              <a:defRPr/>
            </a:pPr>
            <a:r>
              <a:rPr lang="en-US" sz="3600" dirty="0">
                <a:solidFill>
                  <a:srgbClr val="FFFFFF"/>
                </a:solidFill>
                <a:latin typeface="Calibri"/>
              </a:rPr>
              <a:t>🛠️ 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Began Career as a SQL Server DBA</a:t>
            </a:r>
            <a:endParaRPr lang="en-US" sz="3600" dirty="0">
              <a:solidFill>
                <a:srgbClr val="FFFFFF"/>
              </a:solidFill>
              <a:latin typeface="Calibri"/>
            </a:endParaRPr>
          </a:p>
          <a:p>
            <a:pPr defTabSz="685800">
              <a:lnSpc>
                <a:spcPct val="200000"/>
              </a:lnSpc>
              <a:defRPr/>
            </a:pPr>
            <a:r>
              <a:rPr lang="en-US" sz="3600" dirty="0">
                <a:solidFill>
                  <a:srgbClr val="FFFFFF"/>
                </a:solidFill>
                <a:latin typeface="Calibri"/>
              </a:rPr>
              <a:t>➡️ 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Transitioned to Microsoft BI Stack</a:t>
            </a:r>
            <a:endParaRPr lang="en-US" sz="3600" dirty="0">
              <a:solidFill>
                <a:srgbClr val="FFFFFF"/>
              </a:solidFill>
              <a:latin typeface="Calibri"/>
            </a:endParaRPr>
          </a:p>
          <a:p>
            <a:pPr defTabSz="685800">
              <a:lnSpc>
                <a:spcPct val="200000"/>
              </a:lnSpc>
              <a:defRPr/>
            </a:pPr>
            <a:r>
              <a:rPr lang="en-US" sz="3600" dirty="0">
                <a:solidFill>
                  <a:srgbClr val="FFFFFF"/>
                </a:solidFill>
                <a:latin typeface="Calibri"/>
              </a:rPr>
              <a:t>📦 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Data Engineering to Data Modeling</a:t>
            </a:r>
            <a:endParaRPr lang="en-US" sz="3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53A85-004F-7721-D9F1-7347BD40E6BC}"/>
              </a:ext>
            </a:extLst>
          </p:cNvPr>
          <p:cNvSpPr txBox="1"/>
          <p:nvPr/>
        </p:nvSpPr>
        <p:spPr>
          <a:xfrm>
            <a:off x="885041" y="3118681"/>
            <a:ext cx="8128742" cy="738664"/>
          </a:xfrm>
          <a:prstGeom prst="rect">
            <a:avLst/>
          </a:prstGeom>
          <a:solidFill>
            <a:srgbClr val="140E41"/>
          </a:solidFill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4200" dirty="0">
                <a:solidFill>
                  <a:prstClr val="white"/>
                </a:solidFill>
                <a:latin typeface="Calibri"/>
              </a:rPr>
              <a:t>Cloud Data &amp; Integration Developer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10335-4384-1D87-7C8A-4C85EE9398ED}"/>
              </a:ext>
            </a:extLst>
          </p:cNvPr>
          <p:cNvSpPr txBox="1"/>
          <p:nvPr/>
        </p:nvSpPr>
        <p:spPr>
          <a:xfrm>
            <a:off x="15636240" y="9679605"/>
            <a:ext cx="20574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685800">
              <a:defRPr/>
            </a:pPr>
            <a:r>
              <a:rPr sz="1350" dirty="0">
                <a:solidFill>
                  <a:srgbClr val="C8C8C8"/>
                </a:solidFill>
                <a:latin typeface="Arial"/>
              </a:rPr>
              <a:t>DataTune Nashville 2026</a:t>
            </a:r>
          </a:p>
        </p:txBody>
      </p:sp>
    </p:spTree>
    <p:extLst>
      <p:ext uri="{BB962C8B-B14F-4D97-AF65-F5344CB8AC3E}">
        <p14:creationId xmlns:p14="http://schemas.microsoft.com/office/powerpoint/2010/main" val="59823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21039"/>
            </a:gs>
            <a:gs pos="47000">
              <a:srgbClr val="12103A"/>
            </a:gs>
            <a:gs pos="93000">
              <a:srgbClr val="11113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74320"/>
            <a:ext cx="146304" cy="109728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pPr defTabSz="1828755">
              <a:defRPr/>
            </a:pP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 idx="4294967295"/>
          </p:nvPr>
        </p:nvSpPr>
        <p:spPr>
          <a:xfrm>
            <a:off x="1280160" y="274320"/>
            <a:ext cx="15544800" cy="10972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828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THIS PRESENTATION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543938"/>
            <a:ext cx="1645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828755">
              <a:defRPr/>
            </a:pPr>
            <a:r>
              <a:rPr lang="en-US" sz="36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slides, resources, and demo files available: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6949440"/>
            <a:ext cx="1280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828755">
              <a:defRPr/>
            </a:pPr>
            <a:r>
              <a:rPr lang="en-US" sz="3600" i="1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[Screenshot: Blog homepage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828755">
              <a:defRPr/>
            </a:pPr>
            <a:r>
              <a:rPr lang="en-US" sz="3600" i="1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 'Presentations' navigation]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0" y="10515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828755">
              <a:defRPr/>
            </a:pPr>
            <a:r>
              <a:rPr lang="en-US" sz="160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[QR Code]</a:t>
            </a:r>
            <a:endParaRPr lang="en-US" sz="16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oup 9" descr="The DAX Shepherd blog site for presentation uploads">
            <a:extLst>
              <a:ext uri="{FF2B5EF4-FFF2-40B4-BE49-F238E27FC236}">
                <a16:creationId xmlns:a16="http://schemas.microsoft.com/office/drawing/2014/main" id="{99237B29-5F2D-817F-048B-F27C89361B5F}"/>
              </a:ext>
            </a:extLst>
          </p:cNvPr>
          <p:cNvGrpSpPr/>
          <p:nvPr/>
        </p:nvGrpSpPr>
        <p:grpSpPr>
          <a:xfrm>
            <a:off x="2651760" y="2291271"/>
            <a:ext cx="12801600" cy="6583680"/>
            <a:chOff x="2743200" y="2926080"/>
            <a:chExt cx="12801600" cy="6583680"/>
          </a:xfrm>
        </p:grpSpPr>
        <p:sp>
          <p:nvSpPr>
            <p:cNvPr id="5" name="Shape 3"/>
            <p:cNvSpPr/>
            <p:nvPr/>
          </p:nvSpPr>
          <p:spPr>
            <a:xfrm>
              <a:off x="2743200" y="2926080"/>
              <a:ext cx="12801600" cy="2194560"/>
            </a:xfrm>
            <a:prstGeom prst="rect">
              <a:avLst/>
            </a:prstGeom>
            <a:solidFill>
              <a:srgbClr val="2D2D2D"/>
            </a:solidFill>
            <a:ln w="38100">
              <a:solidFill>
                <a:srgbClr val="007ACC"/>
              </a:solidFill>
              <a:prstDash val="solid"/>
            </a:ln>
          </p:spPr>
          <p:txBody>
            <a:bodyPr/>
            <a:lstStyle/>
            <a:p>
              <a:pPr defTabSz="1828755">
                <a:defRPr/>
              </a:pPr>
              <a:endParaRPr lang="en-US" sz="3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108960" y="3200400"/>
              <a:ext cx="1207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828755">
                <a:defRPr/>
              </a:pPr>
              <a:r>
                <a:rPr lang="en-US" sz="5600" b="1" dirty="0">
                  <a:solidFill>
                    <a:srgbClr val="4EC9B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DAX Shepherd</a:t>
              </a:r>
              <a:endParaRPr lang="en-US" sz="5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108960" y="4114800"/>
              <a:ext cx="1207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828755">
                <a:defRPr/>
              </a:pPr>
              <a:r>
                <a:rPr lang="en-US" sz="4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www.thedaxshepherd.com/presentations</a:t>
              </a:r>
              <a:endParaRPr lang="en-US" sz="4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2743200" y="5486400"/>
              <a:ext cx="12801600" cy="4023360"/>
            </a:xfrm>
            <a:prstGeom prst="rect">
              <a:avLst/>
            </a:prstGeom>
            <a:solidFill>
              <a:srgbClr val="2D2D2D"/>
            </a:solidFill>
            <a:ln w="25400">
              <a:solidFill>
                <a:srgbClr val="4EC9B0"/>
              </a:solidFill>
              <a:prstDash val="solid"/>
            </a:ln>
          </p:spPr>
          <p:txBody>
            <a:bodyPr/>
            <a:lstStyle/>
            <a:p>
              <a:pPr defTabSz="1828755">
                <a:defRPr/>
              </a:pPr>
              <a:endParaRPr lang="en-US" sz="3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87E194-CB32-BAFD-5993-A1A277144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1964" y="5507484"/>
              <a:ext cx="7024073" cy="3981192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BF91B-780B-F387-B857-27B939AA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24" y="0"/>
            <a:ext cx="13026102" cy="784818"/>
          </a:xfrm>
        </p:spPr>
        <p:txBody>
          <a:bodyPr wrap="square" anchor="ctr">
            <a:noAutofit/>
          </a:bodyPr>
          <a:lstStyle/>
          <a:p>
            <a:pPr algn="l"/>
            <a:r>
              <a:rPr lang="en-US" sz="5400" b="1" dirty="0"/>
              <a:t>Standing on the Shoulders of Giants</a:t>
            </a:r>
          </a:p>
        </p:txBody>
      </p:sp>
      <p:grpSp>
        <p:nvGrpSpPr>
          <p:cNvPr id="6" name="Group 5" descr="A person helping someone else up the mountain">
            <a:extLst>
              <a:ext uri="{FF2B5EF4-FFF2-40B4-BE49-F238E27FC236}">
                <a16:creationId xmlns:a16="http://schemas.microsoft.com/office/drawing/2014/main" id="{506B6285-0B39-F252-143F-BD3ADB3DFD97}"/>
              </a:ext>
            </a:extLst>
          </p:cNvPr>
          <p:cNvGrpSpPr/>
          <p:nvPr/>
        </p:nvGrpSpPr>
        <p:grpSpPr>
          <a:xfrm>
            <a:off x="3522915" y="801227"/>
            <a:ext cx="11242170" cy="7607328"/>
            <a:chOff x="3411865" y="784818"/>
            <a:chExt cx="11464269" cy="7623737"/>
          </a:xfrm>
        </p:grpSpPr>
        <p:pic>
          <p:nvPicPr>
            <p:cNvPr id="4" name="Picture 3" descr="A silhouette of a person helping a person climb a mountain  Description automatically generated">
              <a:extLst>
                <a:ext uri="{FF2B5EF4-FFF2-40B4-BE49-F238E27FC236}">
                  <a16:creationId xmlns:a16="http://schemas.microsoft.com/office/drawing/2014/main" id="{D4D35B24-7A8C-2ABA-A9F7-D0A9DD425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411865" y="784818"/>
              <a:ext cx="11464269" cy="7623737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BE52E7-7E5E-68BD-54AD-18F7DE0445E6}"/>
                </a:ext>
              </a:extLst>
            </p:cNvPr>
            <p:cNvSpPr txBox="1"/>
            <p:nvPr/>
          </p:nvSpPr>
          <p:spPr>
            <a:xfrm>
              <a:off x="11374458" y="8007718"/>
              <a:ext cx="3393878" cy="253916"/>
            </a:xfrm>
            <a:prstGeom prst="rect">
              <a:avLst/>
            </a:prstGeom>
            <a:solidFill>
              <a:srgbClr val="000000"/>
            </a:solidFill>
          </p:spPr>
          <p:txBody>
            <a:bodyPr wrap="none" rtlCol="0">
              <a:spAutoFit/>
            </a:bodyPr>
            <a:lstStyle/>
            <a:p>
              <a:pPr algn="r" defTabSz="1371600">
                <a:spcAft>
                  <a:spcPts val="900"/>
                </a:spcAft>
                <a:defRPr/>
              </a:pPr>
              <a:r>
                <a:rPr lang="en-US" sz="1050" dirty="0">
                  <a:solidFill>
                    <a:srgbClr val="FFFFFF"/>
                  </a:solidFill>
                  <a:latin typeface="Calibri"/>
                  <a:hlinkClick r:id="rId4" tooltip="http://christiansincontext.com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This Photo</a:t>
              </a:r>
              <a:r>
                <a:rPr lang="en-US" sz="1050" dirty="0">
                  <a:solidFill>
                    <a:srgbClr val="FFFFFF"/>
                  </a:solidFill>
                  <a:latin typeface="Calibri"/>
                </a:rPr>
                <a:t> by Unknown Author is licensed under </a:t>
              </a:r>
              <a:r>
                <a:rPr lang="en-US" sz="1050" dirty="0">
                  <a:solidFill>
                    <a:srgbClr val="FFFFFF"/>
                  </a:solidFill>
                  <a:latin typeface="Calibri"/>
                  <a:hlinkClick r:id="rId5" tooltip="https://creativecommons.org/licenses/by-nd/3.0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BY-ND</a:t>
              </a:r>
              <a:endParaRPr lang="en-US" sz="1050" dirty="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731F8B-E3CF-4654-2860-46025B64D594}"/>
              </a:ext>
            </a:extLst>
          </p:cNvPr>
          <p:cNvSpPr txBox="1"/>
          <p:nvPr/>
        </p:nvSpPr>
        <p:spPr>
          <a:xfrm>
            <a:off x="3314702" y="8408555"/>
            <a:ext cx="11339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>
              <a:defRPr/>
            </a:pPr>
            <a:r>
              <a:rPr lang="en-US" sz="3200" dirty="0">
                <a:solidFill>
                  <a:prstClr val="white"/>
                </a:solidFill>
                <a:latin typeface="Calibri"/>
              </a:rPr>
              <a:t>Grateful for the people who share their knowledge, encourage us, answer questions, and help the rest of us learn faster.</a:t>
            </a:r>
          </a:p>
        </p:txBody>
      </p:sp>
    </p:spTree>
    <p:extLst>
      <p:ext uri="{BB962C8B-B14F-4D97-AF65-F5344CB8AC3E}">
        <p14:creationId xmlns:p14="http://schemas.microsoft.com/office/powerpoint/2010/main" val="272429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184632"/>
            <a:ext cx="11484234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Case for Semantic Link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653" y="1047777"/>
            <a:ext cx="1353761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</a:rPr>
              <a:t>Why this matters and what Semantic Link Labs enables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White foot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000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9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THE CASE</a:t>
            </a:r>
          </a:p>
        </p:txBody>
      </p:sp>
      <p:pic>
        <p:nvPicPr>
          <p:cNvPr id="6" name="Picture 5" descr="White outline of foot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61518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23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DEMOS</a:t>
            </a:r>
          </a:p>
        </p:txBody>
      </p:sp>
      <p:pic>
        <p:nvPicPr>
          <p:cNvPr id="8" name="Picture 7" descr="White outline of foot 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0000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57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DETECTIVE AGENCY</a:t>
            </a:r>
          </a:p>
        </p:txBody>
      </p:sp>
      <p:pic>
        <p:nvPicPr>
          <p:cNvPr id="10" name="Picture 9" descr="White outline of foot 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0" y="2000000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591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CLOSED</a:t>
            </a:r>
          </a:p>
        </p:txBody>
      </p:sp>
      <p:sp>
        <p:nvSpPr>
          <p:cNvPr id="200" name="Connector 2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04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Connector 2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638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Connector 2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72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5" name="Group 14" descr="You are here">
            <a:extLst>
              <a:ext uri="{FF2B5EF4-FFF2-40B4-BE49-F238E27FC236}">
                <a16:creationId xmlns:a16="http://schemas.microsoft.com/office/drawing/2014/main" id="{820DDF16-41F3-D8CB-BD2B-43DB1F8414BF}"/>
              </a:ext>
            </a:extLst>
          </p:cNvPr>
          <p:cNvGrpSpPr/>
          <p:nvPr/>
        </p:nvGrpSpPr>
        <p:grpSpPr>
          <a:xfrm>
            <a:off x="1554480" y="4000000"/>
            <a:ext cx="2148840" cy="484632"/>
            <a:chOff x="1874520" y="2258568"/>
            <a:chExt cx="2148840" cy="484632"/>
          </a:xfrm>
        </p:grpSpPr>
        <p:sp>
          <p:nvSpPr>
            <p:cNvPr id="12" name="Rounded Rectangle 11"/>
            <p:cNvSpPr/>
            <p:nvPr/>
          </p:nvSpPr>
          <p:spPr>
            <a:xfrm>
              <a:off x="1874520" y="2258568"/>
              <a:ext cx="2148840" cy="457200"/>
            </a:xfrm>
            <a:prstGeom prst="roundRect">
              <a:avLst/>
            </a:prstGeom>
            <a:solidFill>
              <a:srgbClr val="122B44"/>
            </a:solidFill>
            <a:ln w="22225">
              <a:solidFill>
                <a:srgbClr val="50AA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74520" y="2286000"/>
              <a:ext cx="2148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50AAFF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 ARE HERE</a:t>
              </a:r>
            </a:p>
          </p:txBody>
        </p:sp>
      </p:grpSp>
      <p:pic>
        <p:nvPicPr>
          <p:cNvPr id="16" name="Picture 15" descr="haracter that resembles the detective Monk">
            <a:extLst>
              <a:ext uri="{FF2B5EF4-FFF2-40B4-BE49-F238E27FC236}">
                <a16:creationId xmlns:a16="http://schemas.microsoft.com/office/drawing/2014/main" id="{B991F12C-1FAB-E87C-0EB6-B8C920091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08" y="5143500"/>
            <a:ext cx="3710354" cy="3710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5573-214B-E01F-AFFB-6A157BE4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/>
              <a:t>Sound Familiar?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71F9-F446-7B75-549F-9B8E5A084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706586"/>
            <a:ext cx="15773400" cy="16002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5000" b="1" dirty="0">
                <a:latin typeface="Bebas Neue" panose="020B0606020202050201" pitchFamily="34" charset="0"/>
              </a:rPr>
              <a:t>"It was fine on </a:t>
            </a:r>
            <a:r>
              <a:rPr lang="en-US" sz="15000" b="1" dirty="0">
                <a:solidFill>
                  <a:srgbClr val="2AAC94"/>
                </a:solidFill>
                <a:latin typeface="Bebas Neue" panose="020B0606020202050201" pitchFamily="34" charset="0"/>
              </a:rPr>
              <a:t>Friday</a:t>
            </a:r>
            <a:r>
              <a:rPr lang="en-US" sz="15000" b="1" dirty="0">
                <a:latin typeface="Bebas Neue" panose="020B0606020202050201" pitchFamily="34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7956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94360"/>
            <a:ext cx="16098959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sz="6000" dirty="0">
                <a:latin typeface="+mj-lt"/>
              </a:rPr>
              <a:t>Why BI Teams Need Detectives</a:t>
            </a:r>
            <a:endParaRPr lang="en-US" sz="6000" dirty="0">
              <a:latin typeface="+mj-lt"/>
            </a:endParaRP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rPr lang="en-US" sz="4600" b="1" dirty="0"/>
              <a:t>Too often, BI teams investigate only after something breaks.</a:t>
            </a:r>
            <a:endParaRPr sz="6000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1847" y="2786608"/>
            <a:ext cx="166982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6600" dirty="0"/>
              <a:t>Model size creeps up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6600" dirty="0"/>
              <a:t>Best practices drift over time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6600" dirty="0"/>
              <a:t>Small changes leave a wide trail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6600" dirty="0"/>
              <a:t>Performance issues appear before cause</a:t>
            </a:r>
            <a:endParaRPr sz="6600" dirty="0"/>
          </a:p>
        </p:txBody>
      </p:sp>
      <p:pic>
        <p:nvPicPr>
          <p:cNvPr id="5" name="Graphic 4" descr="Detective female outline">
            <a:extLst>
              <a:ext uri="{FF2B5EF4-FFF2-40B4-BE49-F238E27FC236}">
                <a16:creationId xmlns:a16="http://schemas.microsoft.com/office/drawing/2014/main" id="{BBF6109E-3090-9291-C4ED-C6C8B4145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62053" y="2474005"/>
            <a:ext cx="2115555" cy="211555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AE11AC7-958E-587A-9FCB-72091AD1C2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1847" y="7585055"/>
            <a:ext cx="1732615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Symptoms aren’t evidence — they’re just the first clue.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94360"/>
            <a:ext cx="1171442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6000" dirty="0"/>
              <a:t>Monk Moment: "Something’s off"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7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DC"/>
                </a:solidFill>
              </a:defRPr>
            </a:pPr>
            <a:r>
              <a:rPr sz="4000" dirty="0"/>
              <a:t>That instinct is valuable when paired with evidence.</a:t>
            </a:r>
          </a:p>
        </p:txBody>
      </p:sp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822960" y="2662311"/>
            <a:ext cx="16596210" cy="563231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AC94"/>
              </a:buClr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 detective habit:</a:t>
            </a:r>
          </a:p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AC94"/>
              </a:buClr>
              <a:buSzTx/>
              <a:buFont typeface="Wingdings" panose="05000000000000000000" pitchFamily="2" charset="2"/>
              <a:buChar char="§"/>
              <a:tabLst/>
              <a:defRPr sz="2600">
                <a:solidFill>
                  <a:srgbClr val="C8D2DC"/>
                </a:solidFill>
              </a:defRPr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Notice the detail that doesn’t fit</a:t>
            </a:r>
          </a:p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AC94"/>
              </a:buClr>
              <a:buSzTx/>
              <a:buFont typeface="Wingdings" panose="05000000000000000000" pitchFamily="2" charset="2"/>
              <a:buChar char="§"/>
              <a:tabLst/>
              <a:defRPr sz="2600">
                <a:solidFill>
                  <a:srgbClr val="C8D2DC"/>
                </a:solidFill>
              </a:defRPr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the trail of dependencies</a:t>
            </a:r>
          </a:p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AC94"/>
              </a:buClr>
              <a:buSzTx/>
              <a:buFont typeface="Wingdings" panose="05000000000000000000" pitchFamily="2" charset="2"/>
              <a:buChar char="§"/>
              <a:tabLst/>
              <a:defRPr sz="2600">
                <a:solidFill>
                  <a:srgbClr val="C8D2DC"/>
                </a:solidFill>
              </a:defRPr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Prove it with evidence</a:t>
            </a:r>
          </a:p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AC94"/>
              </a:buClr>
              <a:buSzTx/>
              <a:buFont typeface="Wingdings" panose="05000000000000000000" pitchFamily="2" charset="2"/>
              <a:buChar char="§"/>
              <a:tabLst/>
              <a:defRPr sz="2600">
                <a:solidFill>
                  <a:srgbClr val="C8D2DC"/>
                </a:solidFill>
              </a:defRPr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Turn investigation into prevention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20504" y="594360"/>
            <a:ext cx="5942461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What You’ll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504" y="2240280"/>
            <a:ext cx="16691492" cy="5078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5400" dirty="0"/>
              <a:t>By the end, you’ll be able to:</a:t>
            </a:r>
            <a:endParaRPr lang="en-US" sz="5400" dirty="0"/>
          </a:p>
          <a:p>
            <a:pPr>
              <a:defRPr sz="3200" b="1">
                <a:solidFill>
                  <a:srgbClr val="FFFFFF"/>
                </a:solidFill>
              </a:defRPr>
            </a:pPr>
            <a:endParaRPr sz="5400" dirty="0"/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5400" b="1" dirty="0"/>
              <a:t>Investigate</a:t>
            </a:r>
            <a:r>
              <a:rPr lang="en-US" sz="5400" dirty="0"/>
              <a:t> model performance with evidence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5400" b="1" dirty="0"/>
              <a:t>Trace</a:t>
            </a:r>
            <a:r>
              <a:rPr lang="en-US" sz="5400" dirty="0"/>
              <a:t> dependencies and understand change impact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5400" b="1" dirty="0"/>
              <a:t>Detect</a:t>
            </a:r>
            <a:r>
              <a:rPr lang="en-US" sz="5400" dirty="0"/>
              <a:t> breakage and hygiene issues proactively</a:t>
            </a:r>
          </a:p>
          <a:p>
            <a:pPr marL="685800" indent="-6858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5400" b="1" dirty="0"/>
              <a:t>Turn </a:t>
            </a:r>
            <a:r>
              <a:rPr lang="en-US" sz="5400" dirty="0"/>
              <a:t>investigations into a reusable playbook</a:t>
            </a:r>
            <a:endParaRPr sz="5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7805278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Detective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340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D2DC"/>
                </a:solidFill>
              </a:defRPr>
            </a:pPr>
            <a:r>
              <a:rPr sz="4000" dirty="0"/>
              <a:t>Use this loop for every mystery you investigate.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4423"/>
            <a:ext cx="16200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6000" dirty="0"/>
              <a:t>Investigation loop:</a:t>
            </a:r>
          </a:p>
          <a:p>
            <a:pPr marL="857250" indent="-85725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6000" dirty="0"/>
              <a:t>Symptom (what users feel)</a:t>
            </a:r>
          </a:p>
          <a:p>
            <a:pPr marL="857250" indent="-85725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6000" dirty="0"/>
              <a:t>Evidence (what we can prove)</a:t>
            </a:r>
          </a:p>
          <a:p>
            <a:pPr marL="857250" indent="-85725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6000" dirty="0"/>
              <a:t>Suspects (ranked likely causes)</a:t>
            </a:r>
          </a:p>
          <a:p>
            <a:pPr marL="857250" indent="-85725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6000" dirty="0"/>
              <a:t>Fix (targeted action)</a:t>
            </a:r>
          </a:p>
          <a:p>
            <a:pPr marL="857250" indent="-85725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6000" dirty="0"/>
              <a:t>Prevention (make it repeatable)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48640" y="273966"/>
            <a:ext cx="6193362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Detective’s Toolkit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E5841A-ED97-CFD0-D3A9-DD80A9AF5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200" y="1650000"/>
            <a:ext cx="5638800" cy="7100000"/>
            <a:chOff x="457200" y="1650000"/>
            <a:chExt cx="5638800" cy="7100000"/>
          </a:xfrm>
        </p:grpSpPr>
        <p:sp>
          <p:nvSpPr>
            <p:cNvPr id="10" name="Card1"/>
            <p:cNvSpPr/>
            <p:nvPr/>
          </p:nvSpPr>
          <p:spPr>
            <a:xfrm>
              <a:off x="457200" y="1650000"/>
              <a:ext cx="5638800" cy="7100000"/>
            </a:xfrm>
            <a:prstGeom prst="roundRect">
              <a:avLst/>
            </a:prstGeom>
            <a:solidFill>
              <a:srgbClr val="122B44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Icon1"/>
            <p:cNvSpPr/>
            <p:nvPr/>
          </p:nvSpPr>
          <p:spPr>
            <a:xfrm>
              <a:off x="2476600" y="1930000"/>
              <a:ext cx="1600000" cy="16000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Abbr1"/>
            <p:cNvSpPr txBox="1"/>
            <p:nvPr/>
          </p:nvSpPr>
          <p:spPr>
            <a:xfrm>
              <a:off x="2476600" y="2241748"/>
              <a:ext cx="1600000" cy="16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5400" b="1" dirty="0">
                  <a:solidFill>
                    <a:srgbClr val="FFFFFF"/>
                  </a:solidFill>
                </a:rPr>
                <a:t>SL</a:t>
              </a:r>
            </a:p>
          </p:txBody>
        </p:sp>
        <p:sp>
          <p:nvSpPr>
            <p:cNvPr id="13" name="Name1"/>
            <p:cNvSpPr txBox="1"/>
            <p:nvPr/>
          </p:nvSpPr>
          <p:spPr>
            <a:xfrm>
              <a:off x="548640" y="3730000"/>
              <a:ext cx="5455920" cy="7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4400" b="1" dirty="0">
                  <a:solidFill>
                    <a:srgbClr val="FFFFFF"/>
                  </a:solidFill>
                </a:rPr>
                <a:t>Semantic Link</a:t>
              </a:r>
            </a:p>
          </p:txBody>
        </p:sp>
        <p:sp>
          <p:nvSpPr>
            <p:cNvPr id="14" name="Desc1"/>
            <p:cNvSpPr txBox="1"/>
            <p:nvPr/>
          </p:nvSpPr>
          <p:spPr>
            <a:xfrm>
              <a:off x="548640" y="4846930"/>
              <a:ext cx="5455920" cy="22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Microsoft first-party library</a:t>
              </a:r>
            </a:p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Runs inside Fabric notebooks</a:t>
              </a:r>
            </a:p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Core: list tables, run DAX, read metadata</a:t>
              </a:r>
            </a:p>
          </p:txBody>
        </p:sp>
      </p:grpSp>
      <p:grpSp>
        <p:nvGrpSpPr>
          <p:cNvPr id="4" name="Group 3" descr="Semantic Link Labs">
            <a:extLst>
              <a:ext uri="{FF2B5EF4-FFF2-40B4-BE49-F238E27FC236}">
                <a16:creationId xmlns:a16="http://schemas.microsoft.com/office/drawing/2014/main" id="{D4EA4F32-D426-810D-CA59-28566D25A581}"/>
              </a:ext>
            </a:extLst>
          </p:cNvPr>
          <p:cNvGrpSpPr/>
          <p:nvPr/>
        </p:nvGrpSpPr>
        <p:grpSpPr>
          <a:xfrm>
            <a:off x="6324600" y="1650000"/>
            <a:ext cx="5638800" cy="7100000"/>
            <a:chOff x="6324600" y="1650000"/>
            <a:chExt cx="5638800" cy="7100000"/>
          </a:xfrm>
        </p:grpSpPr>
        <p:sp>
          <p:nvSpPr>
            <p:cNvPr id="20" name="Card2"/>
            <p:cNvSpPr/>
            <p:nvPr/>
          </p:nvSpPr>
          <p:spPr>
            <a:xfrm>
              <a:off x="6324600" y="1650000"/>
              <a:ext cx="5638800" cy="7100000"/>
            </a:xfrm>
            <a:prstGeom prst="roundRect">
              <a:avLst/>
            </a:prstGeom>
            <a:solidFill>
              <a:srgbClr val="122B44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Icon2"/>
            <p:cNvSpPr/>
            <p:nvPr/>
          </p:nvSpPr>
          <p:spPr>
            <a:xfrm>
              <a:off x="8344000" y="1930000"/>
              <a:ext cx="1600000" cy="1600000"/>
            </a:xfrm>
            <a:prstGeom prst="ellipse">
              <a:avLst/>
            </a:prstGeom>
            <a:solidFill>
              <a:srgbClr val="1F937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Abbr2"/>
            <p:cNvSpPr txBox="1"/>
            <p:nvPr/>
          </p:nvSpPr>
          <p:spPr>
            <a:xfrm>
              <a:off x="8344000" y="2186930"/>
              <a:ext cx="1600000" cy="16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5400" b="1" dirty="0">
                  <a:solidFill>
                    <a:srgbClr val="FFFFFF"/>
                  </a:solidFill>
                </a:rPr>
                <a:t>SLL</a:t>
              </a:r>
            </a:p>
          </p:txBody>
        </p:sp>
        <p:sp>
          <p:nvSpPr>
            <p:cNvPr id="23" name="Name2"/>
            <p:cNvSpPr txBox="1"/>
            <p:nvPr/>
          </p:nvSpPr>
          <p:spPr>
            <a:xfrm>
              <a:off x="6416040" y="3730000"/>
              <a:ext cx="5455920" cy="7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4400" b="1" dirty="0">
                  <a:solidFill>
                    <a:srgbClr val="FFFFFF"/>
                  </a:solidFill>
                </a:rPr>
                <a:t>Semantic Link Labs</a:t>
              </a:r>
            </a:p>
          </p:txBody>
        </p:sp>
        <p:sp>
          <p:nvSpPr>
            <p:cNvPr id="24" name="Desc2"/>
            <p:cNvSpPr txBox="1"/>
            <p:nvPr/>
          </p:nvSpPr>
          <p:spPr>
            <a:xfrm>
              <a:off x="6416040" y="4846930"/>
              <a:ext cx="5455920" cy="22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Open source </a:t>
              </a:r>
            </a:p>
            <a:p>
              <a:pPr algn="ctr">
                <a:spcBef>
                  <a:spcPts val="0"/>
                </a:spcBef>
              </a:pPr>
              <a:r>
                <a:rPr lang="en-US" sz="3200" dirty="0">
                  <a:solidFill>
                    <a:srgbClr val="C8D2DC"/>
                  </a:solidFill>
                </a:rPr>
                <a:t>Extends Semantic Link</a:t>
              </a:r>
              <a:endParaRPr lang="en-US" sz="3200" b="0" dirty="0">
                <a:solidFill>
                  <a:srgbClr val="C8D2DC"/>
                </a:solidFill>
              </a:endParaRPr>
            </a:p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BPA · VertiPaq · report scanning</a:t>
              </a:r>
            </a:p>
          </p:txBody>
        </p:sp>
      </p:grpSp>
      <p:grpSp>
        <p:nvGrpSpPr>
          <p:cNvPr id="5" name="Group 4" descr="Fabric Notebooks">
            <a:extLst>
              <a:ext uri="{FF2B5EF4-FFF2-40B4-BE49-F238E27FC236}">
                <a16:creationId xmlns:a16="http://schemas.microsoft.com/office/drawing/2014/main" id="{B9C50137-37DD-B3C5-A23F-78A2A722A688}"/>
              </a:ext>
            </a:extLst>
          </p:cNvPr>
          <p:cNvGrpSpPr/>
          <p:nvPr/>
        </p:nvGrpSpPr>
        <p:grpSpPr>
          <a:xfrm>
            <a:off x="12192000" y="1650000"/>
            <a:ext cx="5638800" cy="7100000"/>
            <a:chOff x="12192000" y="1650000"/>
            <a:chExt cx="5638800" cy="7100000"/>
          </a:xfrm>
        </p:grpSpPr>
        <p:sp>
          <p:nvSpPr>
            <p:cNvPr id="30" name="Card3"/>
            <p:cNvSpPr/>
            <p:nvPr/>
          </p:nvSpPr>
          <p:spPr>
            <a:xfrm>
              <a:off x="12192000" y="1650000"/>
              <a:ext cx="5638800" cy="7100000"/>
            </a:xfrm>
            <a:prstGeom prst="roundRect">
              <a:avLst/>
            </a:prstGeom>
            <a:solidFill>
              <a:srgbClr val="122B44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Icon3"/>
            <p:cNvSpPr/>
            <p:nvPr/>
          </p:nvSpPr>
          <p:spPr>
            <a:xfrm>
              <a:off x="14211400" y="1930000"/>
              <a:ext cx="1600000" cy="1600000"/>
            </a:xfrm>
            <a:prstGeom prst="ellipse">
              <a:avLst/>
            </a:prstGeom>
            <a:solidFill>
              <a:srgbClr val="1864A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Abbr3"/>
            <p:cNvSpPr txBox="1"/>
            <p:nvPr/>
          </p:nvSpPr>
          <p:spPr>
            <a:xfrm>
              <a:off x="14211400" y="2242069"/>
              <a:ext cx="1600000" cy="16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5400" b="1" dirty="0">
                  <a:solidFill>
                    <a:srgbClr val="FFFFFF"/>
                  </a:solidFill>
                </a:rPr>
                <a:t>FN</a:t>
              </a:r>
            </a:p>
          </p:txBody>
        </p:sp>
        <p:sp>
          <p:nvSpPr>
            <p:cNvPr id="33" name="Name3"/>
            <p:cNvSpPr txBox="1"/>
            <p:nvPr/>
          </p:nvSpPr>
          <p:spPr>
            <a:xfrm>
              <a:off x="12283440" y="3730000"/>
              <a:ext cx="5455920" cy="7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4400" b="1" dirty="0">
                  <a:solidFill>
                    <a:srgbClr val="FFFFFF"/>
                  </a:solidFill>
                </a:rPr>
                <a:t>Fabric Notebook</a:t>
              </a:r>
            </a:p>
          </p:txBody>
        </p:sp>
        <p:sp>
          <p:nvSpPr>
            <p:cNvPr id="34" name="Desc3"/>
            <p:cNvSpPr txBox="1"/>
            <p:nvPr/>
          </p:nvSpPr>
          <p:spPr>
            <a:xfrm>
              <a:off x="12283440" y="4846930"/>
              <a:ext cx="5455920" cy="22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 fontScale="92500" lnSpcReduction="10000"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The runtime environment </a:t>
              </a:r>
            </a:p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Where detective </a:t>
              </a:r>
            </a:p>
            <a:p>
              <a:pPr algn="ctr">
                <a:spcBef>
                  <a:spcPts val="0"/>
                </a:spcBef>
              </a:pPr>
              <a:r>
                <a:rPr lang="en-US" sz="3200" b="0" dirty="0">
                  <a:solidFill>
                    <a:srgbClr val="C8D2DC"/>
                  </a:solidFill>
                </a:rPr>
                <a:t>work happens</a:t>
              </a:r>
            </a:p>
            <a:p>
              <a:pPr algn="ctr"/>
              <a:r>
                <a:rPr lang="en-US" sz="3200" dirty="0">
                  <a:solidFill>
                    <a:srgbClr val="C8D2DC"/>
                  </a:solidFill>
                </a:rPr>
                <a:t>Python + Spark, pre-installed libraries</a:t>
              </a:r>
            </a:p>
            <a:p>
              <a:pPr algn="ctr">
                <a:spcBef>
                  <a:spcPts val="0"/>
                </a:spcBef>
              </a:pPr>
              <a:endParaRPr lang="en-US" sz="2000" b="0" dirty="0">
                <a:solidFill>
                  <a:srgbClr val="C8D2D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30F6-35AC-DC22-72A9-5D9BADF3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B3F2-43F4-6097-4E2E-DB0053A84A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Semantic Link Labs</a:t>
            </a: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Cube with solid fill">
            <a:extLst>
              <a:ext uri="{FF2B5EF4-FFF2-40B4-BE49-F238E27FC236}">
                <a16:creationId xmlns:a16="http://schemas.microsoft.com/office/drawing/2014/main" id="{1A3067F9-6866-6F62-BF43-A685566B5F2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506" y="3480318"/>
            <a:ext cx="1371600" cy="1371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2C2EF-5BA3-C9C3-4864-CF4E54A477C2}"/>
              </a:ext>
            </a:extLst>
          </p:cNvPr>
          <p:cNvSpPr txBox="1"/>
          <p:nvPr/>
        </p:nvSpPr>
        <p:spPr>
          <a:xfrm>
            <a:off x="1364096" y="2093577"/>
            <a:ext cx="3751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Calibri" panose="020F0502020204030204" pitchFamily="34" charset="0"/>
              </a:rPr>
              <a:t>Microsoft Fabric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A55FD-A9A3-5B7C-845F-C7254049A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1462" y="3301763"/>
            <a:ext cx="4477871" cy="498213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Graphic 8" descr="Gauge with solid fill">
            <a:extLst>
              <a:ext uri="{FF2B5EF4-FFF2-40B4-BE49-F238E27FC236}">
                <a16:creationId xmlns:a16="http://schemas.microsoft.com/office/drawing/2014/main" id="{B5A5F996-2357-4146-0660-3A9DCB10E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6761" y="3260159"/>
            <a:ext cx="1371600" cy="1371600"/>
          </a:xfrm>
          <a:prstGeom prst="rect">
            <a:avLst/>
          </a:prstGeom>
        </p:spPr>
      </p:pic>
      <p:pic>
        <p:nvPicPr>
          <p:cNvPr id="11" name="Graphic 10" descr="Bar chart with solid fill">
            <a:extLst>
              <a:ext uri="{FF2B5EF4-FFF2-40B4-BE49-F238E27FC236}">
                <a16:creationId xmlns:a16="http://schemas.microsoft.com/office/drawing/2014/main" id="{2C4FDC26-6AD2-4CA4-6F27-007768B4CA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6746" y="6236327"/>
            <a:ext cx="1371600" cy="1371600"/>
          </a:xfrm>
          <a:prstGeom prst="rect">
            <a:avLst/>
          </a:prstGeom>
        </p:spPr>
      </p:pic>
      <p:pic>
        <p:nvPicPr>
          <p:cNvPr id="12" name="Content Placeholder 4" descr="Cube with solid fill">
            <a:extLst>
              <a:ext uri="{FF2B5EF4-FFF2-40B4-BE49-F238E27FC236}">
                <a16:creationId xmlns:a16="http://schemas.microsoft.com/office/drawing/2014/main" id="{F25BF79E-BCB3-73BE-920E-2B6B11E03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7014" y="6484847"/>
            <a:ext cx="1371600" cy="1371600"/>
          </a:xfrm>
          <a:prstGeom prst="rect">
            <a:avLst/>
          </a:prstGeom>
        </p:spPr>
      </p:pic>
      <p:grpSp>
        <p:nvGrpSpPr>
          <p:cNvPr id="24" name="Group 23" descr="Chain Link">
            <a:extLst>
              <a:ext uri="{FF2B5EF4-FFF2-40B4-BE49-F238E27FC236}">
                <a16:creationId xmlns:a16="http://schemas.microsoft.com/office/drawing/2014/main" id="{2CF5BD1D-95E9-868B-1E0D-A16FAB92EB98}"/>
              </a:ext>
            </a:extLst>
          </p:cNvPr>
          <p:cNvGrpSpPr/>
          <p:nvPr/>
        </p:nvGrpSpPr>
        <p:grpSpPr>
          <a:xfrm>
            <a:off x="5199332" y="5008305"/>
            <a:ext cx="2433578" cy="1354764"/>
            <a:chOff x="3768765" y="3946347"/>
            <a:chExt cx="1947034" cy="1035454"/>
          </a:xfrm>
          <a:solidFill>
            <a:schemeClr val="accent2"/>
          </a:solidFill>
        </p:grpSpPr>
        <p:pic>
          <p:nvPicPr>
            <p:cNvPr id="16" name="Graphic 15" descr="Link with solid fill">
              <a:extLst>
                <a:ext uri="{FF2B5EF4-FFF2-40B4-BE49-F238E27FC236}">
                  <a16:creationId xmlns:a16="http://schemas.microsoft.com/office/drawing/2014/main" id="{26DB4772-D64C-9FD3-D2CB-4E87FCF7E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-2700000">
              <a:off x="3768765" y="3955533"/>
              <a:ext cx="1026268" cy="1026268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AACBEA8-EE2C-CBEB-3B79-A7369DCA0A47}"/>
                </a:ext>
              </a:extLst>
            </p:cNvPr>
            <p:cNvCxnSpPr>
              <a:cxnSpLocks/>
            </p:cNvCxnSpPr>
            <p:nvPr/>
          </p:nvCxnSpPr>
          <p:spPr>
            <a:xfrm>
              <a:off x="4600575" y="4459481"/>
              <a:ext cx="238125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Graphic 22" descr="Link with solid fill">
              <a:extLst>
                <a:ext uri="{FF2B5EF4-FFF2-40B4-BE49-F238E27FC236}">
                  <a16:creationId xmlns:a16="http://schemas.microsoft.com/office/drawing/2014/main" id="{18CD301A-6CBB-1E80-3FF1-36B207916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8900000">
              <a:off x="4689531" y="3946347"/>
              <a:ext cx="1026268" cy="1026268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3E22473-06FB-BA92-5159-FBC946F674B7}"/>
              </a:ext>
            </a:extLst>
          </p:cNvPr>
          <p:cNvSpPr txBox="1"/>
          <p:nvPr/>
        </p:nvSpPr>
        <p:spPr>
          <a:xfrm>
            <a:off x="10955760" y="2093577"/>
            <a:ext cx="4181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Calibri" panose="020F0502020204030204" pitchFamily="34" charset="0"/>
              </a:rPr>
              <a:t>Semantic Link Labs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4A9A42-FEB7-27FD-5E9A-4D1A77882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-2700000">
            <a:off x="7674913" y="4264002"/>
            <a:ext cx="2433578" cy="1354764"/>
            <a:chOff x="3768765" y="3946347"/>
            <a:chExt cx="1947034" cy="1035454"/>
          </a:xfrm>
          <a:solidFill>
            <a:schemeClr val="accent2"/>
          </a:solidFill>
        </p:grpSpPr>
        <p:pic>
          <p:nvPicPr>
            <p:cNvPr id="28" name="Graphic 27" descr="Link with solid fill">
              <a:extLst>
                <a:ext uri="{FF2B5EF4-FFF2-40B4-BE49-F238E27FC236}">
                  <a16:creationId xmlns:a16="http://schemas.microsoft.com/office/drawing/2014/main" id="{0096F663-6BBA-925E-F29D-EF35CE722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-2700000">
              <a:off x="3768765" y="3955533"/>
              <a:ext cx="1026268" cy="1026268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2AB2BC-1DCD-033D-3237-D69AB2C7008B}"/>
                </a:ext>
              </a:extLst>
            </p:cNvPr>
            <p:cNvCxnSpPr>
              <a:cxnSpLocks/>
            </p:cNvCxnSpPr>
            <p:nvPr/>
          </p:nvCxnSpPr>
          <p:spPr>
            <a:xfrm>
              <a:off x="4600575" y="4459481"/>
              <a:ext cx="238125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Graphic 29" descr="Link with solid fill">
              <a:extLst>
                <a:ext uri="{FF2B5EF4-FFF2-40B4-BE49-F238E27FC236}">
                  <a16:creationId xmlns:a16="http://schemas.microsoft.com/office/drawing/2014/main" id="{83D5A750-A8EA-8063-3590-EB795D4FA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8900000">
              <a:off x="4689531" y="3946347"/>
              <a:ext cx="1026268" cy="102626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5CA71F0-3963-D3B5-0E2A-CB054486C0CE}"/>
              </a:ext>
            </a:extLst>
          </p:cNvPr>
          <p:cNvSpPr txBox="1"/>
          <p:nvPr/>
        </p:nvSpPr>
        <p:spPr>
          <a:xfrm>
            <a:off x="5199331" y="2100840"/>
            <a:ext cx="3230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Calibri" panose="020F0502020204030204" pitchFamily="34" charset="0"/>
              </a:rPr>
              <a:t>Semantic Link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C686C-3D95-6AD4-6EB6-55F516B2C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48925" y="5284515"/>
            <a:ext cx="2433578" cy="1354764"/>
            <a:chOff x="3768765" y="3946347"/>
            <a:chExt cx="1947034" cy="1035454"/>
          </a:xfrm>
          <a:solidFill>
            <a:schemeClr val="accent2"/>
          </a:solidFill>
        </p:grpSpPr>
        <p:pic>
          <p:nvPicPr>
            <p:cNvPr id="8" name="Graphic 7" descr="Link with solid fill">
              <a:extLst>
                <a:ext uri="{FF2B5EF4-FFF2-40B4-BE49-F238E27FC236}">
                  <a16:creationId xmlns:a16="http://schemas.microsoft.com/office/drawing/2014/main" id="{B601E5D2-C59C-4565-5DEC-4F93342D8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-2700000">
              <a:off x="3768765" y="3955533"/>
              <a:ext cx="1026268" cy="1026268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A6E838E-6654-7379-A16B-BBB283AB5D0F}"/>
                </a:ext>
              </a:extLst>
            </p:cNvPr>
            <p:cNvCxnSpPr>
              <a:cxnSpLocks/>
            </p:cNvCxnSpPr>
            <p:nvPr/>
          </p:nvCxnSpPr>
          <p:spPr>
            <a:xfrm>
              <a:off x="4582389" y="4462522"/>
              <a:ext cx="238125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Graphic 12" descr="Link with solid fill">
              <a:extLst>
                <a:ext uri="{FF2B5EF4-FFF2-40B4-BE49-F238E27FC236}">
                  <a16:creationId xmlns:a16="http://schemas.microsoft.com/office/drawing/2014/main" id="{B891790D-BE10-5F96-5F0D-2B299A275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8900000">
              <a:off x="4689531" y="3946347"/>
              <a:ext cx="1026268" cy="102626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3E5058-EE92-3050-EC39-75271464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2700000">
            <a:off x="7645391" y="6300249"/>
            <a:ext cx="2433578" cy="1354764"/>
            <a:chOff x="3768765" y="3946347"/>
            <a:chExt cx="1947034" cy="1035454"/>
          </a:xfrm>
          <a:solidFill>
            <a:schemeClr val="accent2"/>
          </a:solidFill>
        </p:grpSpPr>
        <p:pic>
          <p:nvPicPr>
            <p:cNvPr id="15" name="Graphic 14" descr="Link with solid fill">
              <a:extLst>
                <a:ext uri="{FF2B5EF4-FFF2-40B4-BE49-F238E27FC236}">
                  <a16:creationId xmlns:a16="http://schemas.microsoft.com/office/drawing/2014/main" id="{70C2EE80-0A9C-2E78-E7F2-3463C8BD5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-2700000">
              <a:off x="3768765" y="3955533"/>
              <a:ext cx="1026268" cy="1026268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F7489A8-D00D-8C58-E900-A168908D713C}"/>
                </a:ext>
              </a:extLst>
            </p:cNvPr>
            <p:cNvCxnSpPr>
              <a:cxnSpLocks/>
            </p:cNvCxnSpPr>
            <p:nvPr/>
          </p:nvCxnSpPr>
          <p:spPr>
            <a:xfrm>
              <a:off x="4600575" y="4459481"/>
              <a:ext cx="238125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Graphic 17" descr="Link with solid fill">
              <a:extLst>
                <a:ext uri="{FF2B5EF4-FFF2-40B4-BE49-F238E27FC236}">
                  <a16:creationId xmlns:a16="http://schemas.microsoft.com/office/drawing/2014/main" id="{1441FBF6-1000-A136-7C6A-084EF2713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8900000">
              <a:off x="4689531" y="3946347"/>
              <a:ext cx="1026268" cy="1026268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8FC95DC-7D11-3C2B-1FB9-5E5A3C473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005796" y="5288493"/>
            <a:ext cx="1393907" cy="1342746"/>
            <a:chOff x="10144482" y="3539020"/>
            <a:chExt cx="929271" cy="895164"/>
          </a:xfrm>
          <a:solidFill>
            <a:schemeClr val="accent2"/>
          </a:solidFill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77F77C5-C8D8-50AF-9303-FA075D6B536F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482" y="3986602"/>
              <a:ext cx="198420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Graphic 32" descr="Link with solid fill">
              <a:extLst>
                <a:ext uri="{FF2B5EF4-FFF2-40B4-BE49-F238E27FC236}">
                  <a16:creationId xmlns:a16="http://schemas.microsoft.com/office/drawing/2014/main" id="{5697E7A7-CF48-C203-5C19-52CD63362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8900000">
              <a:off x="10218605" y="3539020"/>
              <a:ext cx="855148" cy="895164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E6B7894-0C30-56E7-2623-7D0F020F637D}"/>
              </a:ext>
            </a:extLst>
          </p:cNvPr>
          <p:cNvSpPr txBox="1"/>
          <p:nvPr/>
        </p:nvSpPr>
        <p:spPr>
          <a:xfrm>
            <a:off x="13982119" y="4962754"/>
            <a:ext cx="4181710" cy="584775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</a:rPr>
              <a:t>Best Practice Analyzer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DE2F39-0887-97ED-F2E2-A314F1B63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51910" y="2100840"/>
            <a:ext cx="0" cy="6370803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8810114-A6AA-8E18-4A5A-CFE9A33BA3C8}"/>
              </a:ext>
            </a:extLst>
          </p:cNvPr>
          <p:cNvSpPr txBox="1"/>
          <p:nvPr/>
        </p:nvSpPr>
        <p:spPr>
          <a:xfrm>
            <a:off x="13982119" y="6117075"/>
            <a:ext cx="4044476" cy="584775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</a:rPr>
              <a:t>Migrate to Direct Lake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33A148-631E-4132-ED64-7AFA9E53C0E0}"/>
              </a:ext>
            </a:extLst>
          </p:cNvPr>
          <p:cNvSpPr txBox="1"/>
          <p:nvPr/>
        </p:nvSpPr>
        <p:spPr>
          <a:xfrm>
            <a:off x="9765865" y="7750369"/>
            <a:ext cx="3125438" cy="584775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</a:rPr>
              <a:t>Manage Reports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06CB-1B16-5075-A180-856F11238968}"/>
              </a:ext>
            </a:extLst>
          </p:cNvPr>
          <p:cNvSpPr txBox="1"/>
          <p:nvPr/>
        </p:nvSpPr>
        <p:spPr>
          <a:xfrm>
            <a:off x="5413889" y="3286802"/>
            <a:ext cx="20400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</a:rPr>
              <a:t>List Tables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2C6794-CEDC-8D99-B0DF-D2A6F9EF0AF0}"/>
              </a:ext>
            </a:extLst>
          </p:cNvPr>
          <p:cNvSpPr txBox="1"/>
          <p:nvPr/>
        </p:nvSpPr>
        <p:spPr>
          <a:xfrm>
            <a:off x="5419268" y="4093139"/>
            <a:ext cx="2210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</a:rPr>
              <a:t>List Workspaces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A17C2-706E-E4EA-89D4-7B7ADC0D782D}"/>
              </a:ext>
            </a:extLst>
          </p:cNvPr>
          <p:cNvSpPr txBox="1"/>
          <p:nvPr/>
        </p:nvSpPr>
        <p:spPr>
          <a:xfrm>
            <a:off x="5359337" y="6157019"/>
            <a:ext cx="21127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</a:rPr>
              <a:t>List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4C19A-CB79-6CB3-9946-7EEC6303DD24}"/>
              </a:ext>
            </a:extLst>
          </p:cNvPr>
          <p:cNvSpPr txBox="1"/>
          <p:nvPr/>
        </p:nvSpPr>
        <p:spPr>
          <a:xfrm>
            <a:off x="5413889" y="7047851"/>
            <a:ext cx="22423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</a:rPr>
              <a:t>List Reports</a:t>
            </a:r>
          </a:p>
        </p:txBody>
      </p:sp>
      <p:pic>
        <p:nvPicPr>
          <p:cNvPr id="39" name="Graphic 38" descr="Warehouse with solid fill">
            <a:extLst>
              <a:ext uri="{FF2B5EF4-FFF2-40B4-BE49-F238E27FC236}">
                <a16:creationId xmlns:a16="http://schemas.microsoft.com/office/drawing/2014/main" id="{96E9EA65-ED91-C10D-4EB6-A5F61F2D6B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409" y="5286242"/>
            <a:ext cx="987059" cy="987059"/>
          </a:xfrm>
          <a:prstGeom prst="rect">
            <a:avLst/>
          </a:prstGeom>
        </p:spPr>
      </p:pic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D8945C-3711-6194-AF55-D572A6DDE9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41611" y="4745987"/>
            <a:ext cx="1141295" cy="114129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F1D82F6-1183-1CC2-9529-7D3D30A78F36}"/>
              </a:ext>
            </a:extLst>
          </p:cNvPr>
          <p:cNvSpPr txBox="1"/>
          <p:nvPr/>
        </p:nvSpPr>
        <p:spPr>
          <a:xfrm>
            <a:off x="13982119" y="8448956"/>
            <a:ext cx="3125438" cy="584775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</a:rPr>
              <a:t>Rebind Reports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C21905-53EC-A13F-B410-83DCA523C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9499123">
            <a:off x="12624923" y="6920610"/>
            <a:ext cx="1393907" cy="1342746"/>
            <a:chOff x="10144482" y="3539020"/>
            <a:chExt cx="929271" cy="895164"/>
          </a:xfrm>
          <a:solidFill>
            <a:schemeClr val="accent2"/>
          </a:solidFill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B31456B-70FB-D81F-A81D-9D9AB88586E8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482" y="3986602"/>
              <a:ext cx="198420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Graphic 51" descr="Link with solid fill">
              <a:extLst>
                <a:ext uri="{FF2B5EF4-FFF2-40B4-BE49-F238E27FC236}">
                  <a16:creationId xmlns:a16="http://schemas.microsoft.com/office/drawing/2014/main" id="{680B9B11-E268-6A16-1094-87AB0366A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8900000">
              <a:off x="10218605" y="3539020"/>
              <a:ext cx="855148" cy="895164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EB6CFFE-1272-F9B7-7CC3-98A56510B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960057">
            <a:off x="12646681" y="7747576"/>
            <a:ext cx="1393907" cy="1342746"/>
            <a:chOff x="10144482" y="3539020"/>
            <a:chExt cx="929271" cy="895164"/>
          </a:xfrm>
          <a:solidFill>
            <a:schemeClr val="accent2"/>
          </a:solidFill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6F6F4F4-DA58-E7C4-0F68-66B02248DF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482" y="3986602"/>
              <a:ext cx="198420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Graphic 54" descr="Link with solid fill">
              <a:extLst>
                <a:ext uri="{FF2B5EF4-FFF2-40B4-BE49-F238E27FC236}">
                  <a16:creationId xmlns:a16="http://schemas.microsoft.com/office/drawing/2014/main" id="{2E9804F3-7D4E-ACF8-E144-90166EDFC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8900000">
              <a:off x="10218605" y="3539020"/>
              <a:ext cx="855148" cy="895164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2805D2D-122C-D0FF-8071-CCBB72D22BF7}"/>
              </a:ext>
            </a:extLst>
          </p:cNvPr>
          <p:cNvSpPr txBox="1"/>
          <p:nvPr/>
        </p:nvSpPr>
        <p:spPr>
          <a:xfrm>
            <a:off x="13982119" y="6980143"/>
            <a:ext cx="3987304" cy="584775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</a:rPr>
              <a:t>View Broken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59A79-92ED-E2F9-3A46-1D1BF00D2446}"/>
              </a:ext>
            </a:extLst>
          </p:cNvPr>
          <p:cNvSpPr txBox="1"/>
          <p:nvPr/>
        </p:nvSpPr>
        <p:spPr>
          <a:xfrm>
            <a:off x="9827927" y="3156084"/>
            <a:ext cx="4258350" cy="1200329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Recover Deleted Lakehouse Objects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89199A-6452-B214-569D-7419F8F24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9499123">
            <a:off x="12177836" y="4885616"/>
            <a:ext cx="1393907" cy="1342746"/>
            <a:chOff x="10144482" y="3539020"/>
            <a:chExt cx="929271" cy="895164"/>
          </a:xfrm>
          <a:solidFill>
            <a:schemeClr val="accent2"/>
          </a:solidFill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16A2627-50CD-A1DD-97BB-15A8764C74E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482" y="3986602"/>
              <a:ext cx="198420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Graphic 61" descr="Link with solid fill">
              <a:extLst>
                <a:ext uri="{FF2B5EF4-FFF2-40B4-BE49-F238E27FC236}">
                  <a16:creationId xmlns:a16="http://schemas.microsoft.com/office/drawing/2014/main" id="{E037B9C3-3CF3-A129-43AD-DE6C0E0BF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8900000">
              <a:off x="10218605" y="3539020"/>
              <a:ext cx="855148" cy="8951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C18AD9-86D9-CD22-F3DF-93E3158B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538040">
            <a:off x="12297876" y="5636873"/>
            <a:ext cx="1393907" cy="1342746"/>
            <a:chOff x="10144482" y="3539020"/>
            <a:chExt cx="929271" cy="895164"/>
          </a:xfrm>
          <a:solidFill>
            <a:schemeClr val="accent2"/>
          </a:solidFill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81104D2-646D-354A-6A73-3EBB562BDBE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482" y="3986602"/>
              <a:ext cx="198420" cy="0"/>
            </a:xfrm>
            <a:prstGeom prst="line">
              <a:avLst/>
            </a:prstGeom>
            <a:grpFill/>
            <a:ln w="57150" cap="rnd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Graphic 64" descr="Link with solid fill">
              <a:extLst>
                <a:ext uri="{FF2B5EF4-FFF2-40B4-BE49-F238E27FC236}">
                  <a16:creationId xmlns:a16="http://schemas.microsoft.com/office/drawing/2014/main" id="{34112AA4-15CF-6CA7-8BCE-5F632C42C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8900000">
              <a:off x="10218605" y="3539020"/>
              <a:ext cx="855148" cy="895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935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26" grpId="0"/>
      <p:bldP spid="31" grpId="0"/>
      <p:bldP spid="38" grpId="0" animBg="1"/>
      <p:bldP spid="42" grpId="0" animBg="1"/>
      <p:bldP spid="43" grpId="0" animBg="1"/>
      <p:bldP spid="19" grpId="0"/>
      <p:bldP spid="20" grpId="0"/>
      <p:bldP spid="21" grpId="0"/>
      <p:bldP spid="25" grpId="0"/>
      <p:bldP spid="45" grpId="0" animBg="1"/>
      <p:bldP spid="56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488853"/>
            <a:ext cx="11864466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Semantic Link + Semantic Link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31588"/>
            <a:ext cx="172012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4400" dirty="0"/>
              <a:t>Inspect Fabric through code, not just the UI</a:t>
            </a:r>
          </a:p>
          <a:p>
            <a:pPr marL="685800" indent="-68580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4400" dirty="0"/>
              <a:t>Investigate assets and metadata systematically</a:t>
            </a:r>
          </a:p>
          <a:p>
            <a:pPr marL="685800" indent="-68580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4400" dirty="0"/>
              <a:t>Trace relationships and understand downstream impact</a:t>
            </a:r>
          </a:p>
          <a:p>
            <a:pPr marL="685800" indent="-68580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4400" dirty="0"/>
              <a:t>Catch problems earlier and reduce guesswork</a:t>
            </a:r>
          </a:p>
          <a:p>
            <a:pPr marL="685800" indent="-68580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lang="en-US" sz="4400" dirty="0"/>
              <a:t>Turn one-off investigations into repeatable practice</a:t>
            </a:r>
            <a:endParaRPr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AA9CA-E6C6-D9C5-350F-172487CAD10E}"/>
              </a:ext>
            </a:extLst>
          </p:cNvPr>
          <p:cNvSpPr txBox="1"/>
          <p:nvPr/>
        </p:nvSpPr>
        <p:spPr>
          <a:xfrm>
            <a:off x="822960" y="1930877"/>
            <a:ext cx="6981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What this unlocks: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2753-8A72-9249-4735-64992098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15" y="442181"/>
            <a:ext cx="15773400" cy="1251132"/>
          </a:xfrm>
        </p:spPr>
        <p:txBody>
          <a:bodyPr/>
          <a:lstStyle/>
          <a:p>
            <a:r>
              <a:rPr lang="en-US" sz="6000" b="1" dirty="0"/>
              <a:t>Semantic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5BDC-C880-3AB4-21A3-0C8152DB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515" y="2474850"/>
            <a:ext cx="16661423" cy="6902920"/>
          </a:xfrm>
        </p:spPr>
        <p:txBody>
          <a:bodyPr/>
          <a:lstStyle/>
          <a:p>
            <a:pPr marL="1085850" lvl="1" indent="-85725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Runs only inside the Fabric runtime</a:t>
            </a:r>
          </a:p>
          <a:p>
            <a:pPr marL="1085850" lvl="1" indent="-85725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Foundation layer: import </a:t>
            </a:r>
            <a:r>
              <a:rPr lang="en-US" sz="6000" dirty="0" err="1">
                <a:latin typeface="Calibri" panose="020F0502020204030204" pitchFamily="34" charset="0"/>
              </a:rPr>
              <a:t>sempy.fabric</a:t>
            </a:r>
            <a:r>
              <a:rPr lang="en-US" sz="6000" dirty="0">
                <a:latin typeface="Calibri" panose="020F0502020204030204" pitchFamily="34" charset="0"/>
              </a:rPr>
              <a:t> as fabric</a:t>
            </a:r>
          </a:p>
          <a:p>
            <a:pPr marL="1085850" lvl="1" indent="-85725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Preinstalled in the default runtime</a:t>
            </a:r>
          </a:p>
          <a:p>
            <a:pPr marL="1543050" lvl="2" indent="-85725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sz="5600" dirty="0">
                <a:latin typeface="Calibri" panose="020F0502020204030204" pitchFamily="34" charset="0"/>
              </a:rPr>
              <a:t>Update with %pip install -U semantic-link</a:t>
            </a:r>
          </a:p>
          <a:p>
            <a:pPr marL="1085850" lvl="1" indent="-857250">
              <a:spcBef>
                <a:spcPts val="600"/>
              </a:spcBef>
              <a:spcAft>
                <a:spcPts val="600"/>
              </a:spcAft>
              <a:buClr>
                <a:srgbClr val="2AAC94"/>
              </a:buClr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Extended by Semantic Link Labs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DDFAA-F76E-B7A9-9E9F-F41136C19681}"/>
              </a:ext>
            </a:extLst>
          </p:cNvPr>
          <p:cNvSpPr txBox="1"/>
          <p:nvPr/>
        </p:nvSpPr>
        <p:spPr>
          <a:xfrm>
            <a:off x="1134207" y="1231648"/>
            <a:ext cx="16863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Microsoft’s first-party Fabric Python library</a:t>
            </a:r>
          </a:p>
        </p:txBody>
      </p:sp>
    </p:spTree>
    <p:extLst>
      <p:ext uri="{BB962C8B-B14F-4D97-AF65-F5344CB8AC3E}">
        <p14:creationId xmlns:p14="http://schemas.microsoft.com/office/powerpoint/2010/main" val="117254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2E42-160A-F7FA-831F-0A8BFBD1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42" y="446411"/>
            <a:ext cx="15773400" cy="1382389"/>
          </a:xfrm>
        </p:spPr>
        <p:txBody>
          <a:bodyPr/>
          <a:lstStyle/>
          <a:p>
            <a:r>
              <a:rPr lang="en-US" sz="6000" b="1" dirty="0"/>
              <a:t>Semantic Link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21E55-6B50-DF5E-C16F-BE4E233D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42" y="1828801"/>
            <a:ext cx="16447958" cy="7017220"/>
          </a:xfrm>
        </p:spPr>
        <p:txBody>
          <a:bodyPr/>
          <a:lstStyle/>
          <a:p>
            <a:pPr lvl="1">
              <a:buClr>
                <a:srgbClr val="2AAC94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6600" dirty="0">
                <a:latin typeface="Calibri" panose="020F0502020204030204" pitchFamily="34" charset="0"/>
              </a:rPr>
              <a:t> Michael Kovalsky </a:t>
            </a:r>
          </a:p>
          <a:p>
            <a:pPr lvl="2">
              <a:buClr>
                <a:srgbClr val="2AAC94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 aka “Kovalsky’s Laboratory”</a:t>
            </a:r>
          </a:p>
          <a:p>
            <a:pPr lvl="1">
              <a:buClr>
                <a:srgbClr val="2AAC94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6600" dirty="0">
                <a:latin typeface="Calibri" panose="020F0502020204030204" pitchFamily="34" charset="0"/>
              </a:rPr>
              <a:t> “Expansion Pack” — Kurt Buhler</a:t>
            </a:r>
          </a:p>
          <a:p>
            <a:pPr lvl="1">
              <a:buClr>
                <a:srgbClr val="2AAC94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6600" dirty="0">
                <a:latin typeface="Calibri" panose="020F0502020204030204" pitchFamily="34" charset="0"/>
              </a:rPr>
              <a:t> Built on Semantic Link</a:t>
            </a:r>
          </a:p>
          <a:p>
            <a:pPr lvl="2">
              <a:buClr>
                <a:srgbClr val="2AAC94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 import </a:t>
            </a:r>
            <a:r>
              <a:rPr lang="en-US" sz="6000" dirty="0" err="1">
                <a:latin typeface="Calibri" panose="020F0502020204030204" pitchFamily="34" charset="0"/>
              </a:rPr>
              <a:t>sempy.fabric</a:t>
            </a:r>
            <a:r>
              <a:rPr lang="en-US" sz="6000" dirty="0">
                <a:latin typeface="Calibri" panose="020F0502020204030204" pitchFamily="34" charset="0"/>
              </a:rPr>
              <a:t> as fabric</a:t>
            </a:r>
          </a:p>
          <a:p>
            <a:pPr lvl="1">
              <a:buClr>
                <a:srgbClr val="2AAC94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6600" dirty="0">
                <a:latin typeface="Calibri" panose="020F0502020204030204" pitchFamily="34" charset="0"/>
              </a:rPr>
              <a:t> Open source on GitHub</a:t>
            </a:r>
          </a:p>
          <a:p>
            <a:pPr lvl="2">
              <a:buClr>
                <a:srgbClr val="2AAC94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sz="6000" dirty="0">
                <a:latin typeface="Calibri" panose="020F0502020204030204" pitchFamily="34" charset="0"/>
              </a:rPr>
              <a:t> Active Development</a:t>
            </a:r>
          </a:p>
          <a:p>
            <a:pPr>
              <a:buClr>
                <a:srgbClr val="2AAC94"/>
              </a:buClr>
              <a:buFont typeface="Wingdings" panose="05000000000000000000" pitchFamily="2" charset="2"/>
              <a:buChar char="§"/>
            </a:pP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4331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CC97-30DF-5C7D-86D4-D2AA156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26" y="286264"/>
            <a:ext cx="15773400" cy="1281112"/>
          </a:xfrm>
        </p:spPr>
        <p:txBody>
          <a:bodyPr/>
          <a:lstStyle/>
          <a:p>
            <a:r>
              <a:rPr lang="en-US" sz="6600" dirty="0"/>
              <a:t>Installing in Microsoft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8DDD-FF75-FCAD-9FA1-447FFB4B7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626" y="2505669"/>
            <a:ext cx="15921428" cy="5975043"/>
          </a:xfrm>
        </p:spPr>
        <p:txBody>
          <a:bodyPr/>
          <a:lstStyle/>
          <a:p>
            <a:pPr marL="0" indent="0">
              <a:buNone/>
            </a:pPr>
            <a:r>
              <a:rPr lang="en-US" sz="5400" b="1" dirty="0"/>
              <a:t>Semantic Link</a:t>
            </a:r>
            <a:br>
              <a:rPr lang="en-US" sz="5400" dirty="0"/>
            </a:br>
            <a:r>
              <a:rPr lang="en-US" sz="5400" dirty="0"/>
              <a:t>	</a:t>
            </a:r>
            <a:r>
              <a:rPr lang="en-US" sz="5400" i="1" dirty="0"/>
              <a:t>Preinstalled in the Fabric runtime</a:t>
            </a:r>
            <a:br>
              <a:rPr lang="en-US" sz="5400" dirty="0"/>
            </a:br>
            <a:r>
              <a:rPr lang="en-US" sz="5400" dirty="0"/>
              <a:t>	%pip install -U semantic-link</a:t>
            </a:r>
          </a:p>
          <a:p>
            <a:pPr marL="0" indent="0">
              <a:buNone/>
            </a:pPr>
            <a:endParaRPr lang="en-US" sz="5400" b="1" dirty="0"/>
          </a:p>
          <a:p>
            <a:pPr marL="0" indent="0">
              <a:buNone/>
            </a:pPr>
            <a:r>
              <a:rPr lang="en-US" sz="5400" b="1" dirty="0"/>
              <a:t>Semantic Link Labs</a:t>
            </a:r>
            <a:br>
              <a:rPr lang="en-US" sz="5400" dirty="0"/>
            </a:br>
            <a:r>
              <a:rPr lang="en-US" sz="5400" dirty="0"/>
              <a:t>	</a:t>
            </a:r>
            <a:r>
              <a:rPr lang="en-US" sz="5400" i="1" dirty="0"/>
              <a:t>Install separately when needed</a:t>
            </a:r>
            <a:br>
              <a:rPr lang="en-US" sz="5400" dirty="0"/>
            </a:br>
            <a:r>
              <a:rPr lang="en-US" sz="5400" dirty="0"/>
              <a:t>	%pip install –U semantic-link-labs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ED3EA4-5D44-D012-80C4-743B3DB49425}"/>
              </a:ext>
            </a:extLst>
          </p:cNvPr>
          <p:cNvSpPr txBox="1"/>
          <p:nvPr/>
        </p:nvSpPr>
        <p:spPr>
          <a:xfrm>
            <a:off x="949568" y="1105711"/>
            <a:ext cx="11342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Update packages in a notebook cell</a:t>
            </a:r>
          </a:p>
        </p:txBody>
      </p:sp>
    </p:spTree>
    <p:extLst>
      <p:ext uri="{BB962C8B-B14F-4D97-AF65-F5344CB8AC3E}">
        <p14:creationId xmlns:p14="http://schemas.microsoft.com/office/powerpoint/2010/main" val="112307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250000"/>
            <a:ext cx="5546775" cy="80021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the Evidence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8900" y="1073559"/>
            <a:ext cx="1295207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/>
                </a:solidFill>
                <a:latin typeface="Aptos" panose="02110004020202020204"/>
              </a:rPr>
              <a:t>R</a:t>
            </a:r>
            <a:r>
              <a:rPr lang="en-US" sz="4400" dirty="0">
                <a:solidFill>
                  <a:schemeClr val="bg2"/>
                </a:solidFill>
              </a:rPr>
              <a:t>eal demos that uncover what is happening in Fabric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You are 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000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9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THE CASE</a:t>
            </a:r>
          </a:p>
        </p:txBody>
      </p:sp>
      <p:pic>
        <p:nvPicPr>
          <p:cNvPr id="6" name="Picture 5" descr="white foot 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00000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23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DEMOS</a:t>
            </a:r>
          </a:p>
        </p:txBody>
      </p:sp>
      <p:pic>
        <p:nvPicPr>
          <p:cNvPr id="8" name="Picture 7" descr="White outline of foot pri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00000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57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DETECTIVE AGENCY</a:t>
            </a:r>
          </a:p>
        </p:txBody>
      </p:sp>
      <p:pic>
        <p:nvPicPr>
          <p:cNvPr id="10" name="Picture 9" descr="White outline of foot pri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2000000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591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CLOSED</a:t>
            </a:r>
          </a:p>
        </p:txBody>
      </p:sp>
      <p:sp>
        <p:nvSpPr>
          <p:cNvPr id="200" name="Connector 2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04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Connector 2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638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Connector 2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72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 descr="You are here">
            <a:extLst>
              <a:ext uri="{FF2B5EF4-FFF2-40B4-BE49-F238E27FC236}">
                <a16:creationId xmlns:a16="http://schemas.microsoft.com/office/drawing/2014/main" id="{A99A8E43-D2D3-518C-A76F-56A99FC1DBC6}"/>
              </a:ext>
            </a:extLst>
          </p:cNvPr>
          <p:cNvGrpSpPr/>
          <p:nvPr/>
        </p:nvGrpSpPr>
        <p:grpSpPr>
          <a:xfrm>
            <a:off x="5897880" y="4000000"/>
            <a:ext cx="2148840" cy="484632"/>
            <a:chOff x="1874520" y="2258568"/>
            <a:chExt cx="2148840" cy="484632"/>
          </a:xfrm>
        </p:grpSpPr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ED644A7D-A52F-A330-9269-F8909BE68A40}"/>
                </a:ext>
              </a:extLst>
            </p:cNvPr>
            <p:cNvSpPr/>
            <p:nvPr/>
          </p:nvSpPr>
          <p:spPr>
            <a:xfrm>
              <a:off x="1874520" y="2258568"/>
              <a:ext cx="2148840" cy="457200"/>
            </a:xfrm>
            <a:prstGeom prst="roundRect">
              <a:avLst/>
            </a:prstGeom>
            <a:solidFill>
              <a:srgbClr val="122B44"/>
            </a:solidFill>
            <a:ln w="22225">
              <a:solidFill>
                <a:srgbClr val="50AA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1429BF-9935-FAA8-8C59-7330A67504E8}"/>
                </a:ext>
              </a:extLst>
            </p:cNvPr>
            <p:cNvSpPr txBox="1"/>
            <p:nvPr/>
          </p:nvSpPr>
          <p:spPr>
            <a:xfrm>
              <a:off x="1874520" y="2286000"/>
              <a:ext cx="2148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50AAFF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 ARE HERE</a:t>
              </a:r>
            </a:p>
          </p:txBody>
        </p:sp>
      </p:grpSp>
      <p:pic>
        <p:nvPicPr>
          <p:cNvPr id="12" name="Picture 11" descr="Detective Monk">
            <a:extLst>
              <a:ext uri="{FF2B5EF4-FFF2-40B4-BE49-F238E27FC236}">
                <a16:creationId xmlns:a16="http://schemas.microsoft.com/office/drawing/2014/main" id="{E744851F-73EC-B83C-6E3C-D9C0F87FD4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123" y="5143500"/>
            <a:ext cx="3710354" cy="37103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10712676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Unidentified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8000" y="1499231"/>
            <a:ext cx="170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Arrive at the scene. Catalog everything before you touch it.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210951"/>
            <a:ext cx="17038321" cy="3365695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1" y="3439551"/>
            <a:ext cx="165596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A semantic model in a new Fabric workspace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No programmatic inventory — structure is trapped in the UI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Relationships exist in the model but not in the data — or vice versa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56822"/>
            <a:ext cx="1025306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Relationship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9483" y="1496597"/>
            <a:ext cx="150813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sees connections others miss. So does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find_relationships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620672"/>
            <a:ext cx="16941018" cy="3045655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849272"/>
            <a:ext cx="15413322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A semantic model with undetected relationship gaps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Power BI shows only the relationships it was told about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Data suggests more connections exist — but nobody modeled them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10246651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Running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2865" y="1517690"/>
            <a:ext cx="157822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Your DAX knowledge is trapped in the desktop. Time to set it free.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60651"/>
            <a:ext cx="16694834" cy="3713872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689252"/>
            <a:ext cx="162000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DAX knowledge locked inside Power BI Desktop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Can't query the model programmatically from a pipeline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DAX results can't feed downstream Python or notebook logic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No way to automate recurring DAX calculations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DEMO: The Detective’s Toolkit (Cases 1–3)</a:t>
            </a:r>
          </a:p>
        </p:txBody>
      </p:sp>
      <p:sp>
        <p:nvSpPr>
          <p:cNvPr id="3" name="Rounded 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057399"/>
            <a:ext cx="16504920" cy="6541477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3336" y="4943171"/>
            <a:ext cx="91871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i="1">
                <a:solidFill>
                  <a:srgbClr val="C8D2DC"/>
                </a:solidFill>
              </a:defRPr>
            </a:pPr>
            <a:r>
              <a:rPr kumimoji="0" sz="7200" b="0" i="1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Let’s go investigating...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700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Board: Investigations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7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Cases closed. Evidence on record.</a:t>
            </a:r>
          </a:p>
        </p:txBody>
      </p:sp>
      <p:sp>
        <p:nvSpPr>
          <p:cNvPr id="5" name="Folder1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lder1Body"/>
          <p:cNvSpPr/>
          <p:nvPr/>
        </p:nvSpPr>
        <p:spPr>
          <a:xfrm>
            <a:off x="600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Unidentified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</a:t>
            </a:r>
          </a:p>
        </p:txBody>
      </p:sp>
      <p:sp>
        <p:nvSpPr>
          <p:cNvPr id="7" name="Folder1Solved"/>
          <p:cNvSpPr>
            <a:spLocks noGrp="1"/>
          </p:cNvSpPr>
          <p:nvPr>
            <p:ph type="title" idx="4294967295"/>
          </p:nvPr>
        </p:nvSpPr>
        <p:spPr>
          <a:xfrm rot="-720000">
            <a:off x="1798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  <p:sp>
        <p:nvSpPr>
          <p:cNvPr id="8" name="Folder2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older2Body"/>
          <p:cNvSpPr/>
          <p:nvPr/>
        </p:nvSpPr>
        <p:spPr>
          <a:xfrm>
            <a:off x="6446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Relationship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Web</a:t>
            </a:r>
          </a:p>
        </p:txBody>
      </p:sp>
      <p:sp>
        <p:nvSpPr>
          <p:cNvPr id="10" name="Folder2Solved"/>
          <p:cNvSpPr/>
          <p:nvPr/>
        </p:nvSpPr>
        <p:spPr>
          <a:xfrm rot="-720000">
            <a:off x="7644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  <p:sp>
        <p:nvSpPr>
          <p:cNvPr id="11" name="Folder3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92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older3Body"/>
          <p:cNvSpPr/>
          <p:nvPr/>
        </p:nvSpPr>
        <p:spPr>
          <a:xfrm>
            <a:off x="12292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Running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A203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Numbers</a:t>
            </a:r>
          </a:p>
        </p:txBody>
      </p:sp>
      <p:sp>
        <p:nvSpPr>
          <p:cNvPr id="13" name="Folder3Solved"/>
          <p:cNvSpPr/>
          <p:nvPr/>
        </p:nvSpPr>
        <p:spPr>
          <a:xfrm rot="-720000">
            <a:off x="13490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8E7D-57C9-9147-F16F-5C99D6C9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5C2A-4DCB-305D-3CC0-3FB2C4A81B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71268" y="463011"/>
            <a:ext cx="11961416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Something Doesn't Add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0767C-B4F6-067B-EF09-D4F4FBD794CE}"/>
              </a:ext>
            </a:extLst>
          </p:cNvPr>
          <p:cNvSpPr txBox="1"/>
          <p:nvPr/>
        </p:nvSpPr>
        <p:spPr>
          <a:xfrm>
            <a:off x="1288000" y="1500641"/>
            <a:ext cx="170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relationship has two sides. Not every key agrees.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54D9A1-3562-6648-C8F1-7A8250CF3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" y="3150171"/>
            <a:ext cx="16504920" cy="4401204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2A3EA-8320-53E7-8392-E810B1CD8849}"/>
              </a:ext>
            </a:extLst>
          </p:cNvPr>
          <p:cNvSpPr txBox="1"/>
          <p:nvPr/>
        </p:nvSpPr>
        <p:spPr>
          <a:xfrm>
            <a:off x="1257300" y="3378771"/>
            <a:ext cx="151246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Referential integrity violations hiding in your model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C8D2DC"/>
                </a:solidFill>
              </a:defRPr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Fact table keys that point to dimension values that don't exist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C8D2DC"/>
                </a:solidFill>
              </a:defRPr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Blank members appearing in slicers or visuals unexpectedly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C8D2DC"/>
                </a:solidFill>
              </a:defRPr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Aggregations silently drop rows with no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C8D2DC"/>
                </a:solidFill>
              </a:defRPr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77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495" y="383589"/>
            <a:ext cx="123592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Evidence Isn’t Ready Yet</a:t>
            </a:r>
          </a:p>
        </p:txBody>
      </p:sp>
      <p:sp>
        <p:nvSpPr>
          <p:cNvPr id="3" name="Rounded 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697"/>
            <a:ext cx="16824960" cy="4557655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1402" y="1306919"/>
            <a:ext cx="161651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witness statement exists. Monk knows it. But it’s not in the file.</a:t>
            </a:r>
          </a:p>
        </p:txBody>
      </p:sp>
      <p:sp>
        <p:nvSpPr>
          <p:cNvPr id="5" name="Title 4"/>
          <p:cNvSpPr txBox="1">
            <a:spLocks noGrp="1"/>
          </p:cNvSpPr>
          <p:nvPr>
            <p:ph type="title" idx="4294967295"/>
          </p:nvPr>
        </p:nvSpPr>
        <p:spPr>
          <a:xfrm>
            <a:off x="1234440" y="3073202"/>
            <a:ext cx="15791118" cy="378565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A Delta table just written to OneLake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Table confirmed written in the notebook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Not visible in the SQL Analytics Endpoint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9B96-052C-F0EE-5739-A1867646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0C5B-CF83-0579-C420-57B74B34D6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255805"/>
            <a:ext cx="10338856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Witness Vanished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B3F9CD-CB35-5788-D58B-2BDD44769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820711"/>
            <a:ext cx="16413480" cy="4645578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F2172-201F-EA91-CC2E-F263472D9105}"/>
              </a:ext>
            </a:extLst>
          </p:cNvPr>
          <p:cNvSpPr txBox="1"/>
          <p:nvPr/>
        </p:nvSpPr>
        <p:spPr>
          <a:xfrm>
            <a:off x="914400" y="1060697"/>
            <a:ext cx="150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witness was there. Then they weren't.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167E8-C88E-3896-E639-F05685CC3968}"/>
              </a:ext>
            </a:extLst>
          </p:cNvPr>
          <p:cNvSpPr txBox="1"/>
          <p:nvPr/>
        </p:nvSpPr>
        <p:spPr>
          <a:xfrm>
            <a:off x="1234440" y="3333215"/>
            <a:ext cx="13934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Delta table deleted from the Lakehouse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Table confirmed visible in SQL Analytics Endpoint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Then gone — query returns nothing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>
                <a:solidFill>
                  <a:srgbClr val="C8D2DC"/>
                </a:solidFill>
              </a:defRPr>
            </a:pPr>
            <a:r>
              <a:rPr kumimoji="0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backup process, no pipeline to re-run</a:t>
            </a:r>
          </a:p>
        </p:txBody>
      </p:sp>
    </p:spTree>
    <p:extLst>
      <p:ext uri="{BB962C8B-B14F-4D97-AF65-F5344CB8AC3E}">
        <p14:creationId xmlns:p14="http://schemas.microsoft.com/office/powerpoint/2010/main" val="1056743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D7AD-44A9-AAF2-C58E-1EF9E873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B9F6CF-B0E0-DF52-6FF4-7214B4B7D79A}"/>
              </a:ext>
            </a:extLst>
          </p:cNvPr>
          <p:cNvSpPr txBox="1"/>
          <p:nvPr/>
        </p:nvSpPr>
        <p:spPr>
          <a:xfrm>
            <a:off x="822960" y="685800"/>
            <a:ext cx="118319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DEMO: The Detective’s Toolkit (Cases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–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4F72C4-E362-E81E-AC41-EB9E3C9BC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057399"/>
            <a:ext cx="16504920" cy="6541477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CED582-A57B-344B-E722-A9EA898C25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B0FEF-9264-F6F6-C7FD-9CCED6B76FBC}"/>
              </a:ext>
            </a:extLst>
          </p:cNvPr>
          <p:cNvSpPr txBox="1"/>
          <p:nvPr/>
        </p:nvSpPr>
        <p:spPr>
          <a:xfrm>
            <a:off x="4696126" y="5328137"/>
            <a:ext cx="930722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 sz="2600" i="1">
                <a:solidFill>
                  <a:srgbClr val="C8D2DC"/>
                </a:solidFill>
              </a:defRPr>
            </a:pPr>
            <a:r>
              <a:rPr lang="en-US" sz="7200" i="1" dirty="0"/>
              <a:t>Let’s work the case...</a:t>
            </a:r>
            <a:r>
              <a:rPr kumimoji="0" sz="7200" b="0" i="1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451223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5E74-B174-7598-80A9-85AF5BE7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0A81-2C6D-0C7C-3C8B-6BF544560F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22960" y="457200"/>
            <a:ext cx="17000000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Board: Investigations 4-6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31D07-E64F-D660-D382-CBEB5A338581}"/>
              </a:ext>
            </a:extLst>
          </p:cNvPr>
          <p:cNvSpPr txBox="1"/>
          <p:nvPr/>
        </p:nvSpPr>
        <p:spPr>
          <a:xfrm>
            <a:off x="822960" y="1371600"/>
            <a:ext cx="17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Cases closed. Evidence on record.</a:t>
            </a:r>
          </a:p>
        </p:txBody>
      </p:sp>
      <p:sp>
        <p:nvSpPr>
          <p:cNvPr id="5" name="Folder1Tab">
            <a:extLst>
              <a:ext uri="{FF2B5EF4-FFF2-40B4-BE49-F238E27FC236}">
                <a16:creationId xmlns:a16="http://schemas.microsoft.com/office/drawing/2014/main" id="{C43CA698-02F6-5D2C-353F-C857F6E87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lder1Body">
            <a:extLst>
              <a:ext uri="{FF2B5EF4-FFF2-40B4-BE49-F238E27FC236}">
                <a16:creationId xmlns:a16="http://schemas.microsoft.com/office/drawing/2014/main" id="{AFCC17CB-F5D6-7B9C-0345-2D970876F568}"/>
              </a:ext>
            </a:extLst>
          </p:cNvPr>
          <p:cNvSpPr/>
          <p:nvPr/>
        </p:nvSpPr>
        <p:spPr>
          <a:xfrm>
            <a:off x="600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1E508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4000" b="1" dirty="0">
                <a:solidFill>
                  <a:srgbClr val="1A2035"/>
                </a:solidFill>
              </a:rPr>
              <a:t>Something Doesn't Add Up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A2035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Folder1Solved">
            <a:extLst>
              <a:ext uri="{FF2B5EF4-FFF2-40B4-BE49-F238E27FC236}">
                <a16:creationId xmlns:a16="http://schemas.microsoft.com/office/drawing/2014/main" id="{BB31E1DB-A021-5B65-C600-2355A4B13783}"/>
              </a:ext>
            </a:extLst>
          </p:cNvPr>
          <p:cNvSpPr/>
          <p:nvPr/>
        </p:nvSpPr>
        <p:spPr>
          <a:xfrm rot="-720000">
            <a:off x="1798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  <p:sp>
        <p:nvSpPr>
          <p:cNvPr id="8" name="Folder2Tab">
            <a:extLst>
              <a:ext uri="{FF2B5EF4-FFF2-40B4-BE49-F238E27FC236}">
                <a16:creationId xmlns:a16="http://schemas.microsoft.com/office/drawing/2014/main" id="{E8D3C541-3E9D-A0AE-5277-B0E1BA2B6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older2Body">
            <a:extLst>
              <a:ext uri="{FF2B5EF4-FFF2-40B4-BE49-F238E27FC236}">
                <a16:creationId xmlns:a16="http://schemas.microsoft.com/office/drawing/2014/main" id="{5C02AE65-FC41-6AE9-E52F-6A266B4D0FCF}"/>
              </a:ext>
            </a:extLst>
          </p:cNvPr>
          <p:cNvSpPr/>
          <p:nvPr/>
        </p:nvSpPr>
        <p:spPr>
          <a:xfrm>
            <a:off x="6446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1E508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4000" b="1" dirty="0">
                <a:solidFill>
                  <a:srgbClr val="1A2035"/>
                </a:solidFill>
              </a:rPr>
              <a:t>The Evidence Isn't Ready Yet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A2035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older2Solved">
            <a:extLst>
              <a:ext uri="{FF2B5EF4-FFF2-40B4-BE49-F238E27FC236}">
                <a16:creationId xmlns:a16="http://schemas.microsoft.com/office/drawing/2014/main" id="{6779BD63-7C39-6863-43D2-2853A4497085}"/>
              </a:ext>
            </a:extLst>
          </p:cNvPr>
          <p:cNvSpPr/>
          <p:nvPr/>
        </p:nvSpPr>
        <p:spPr>
          <a:xfrm rot="-720000">
            <a:off x="7644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  <p:sp>
        <p:nvSpPr>
          <p:cNvPr id="11" name="Folder3Tab">
            <a:extLst>
              <a:ext uri="{FF2B5EF4-FFF2-40B4-BE49-F238E27FC236}">
                <a16:creationId xmlns:a16="http://schemas.microsoft.com/office/drawing/2014/main" id="{DB0A0D0F-4970-6D48-CDB3-C789DD7BD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92000" y="2200000"/>
            <a:ext cx="1800000" cy="350000"/>
          </a:xfrm>
          <a:prstGeom prst="rect">
            <a:avLst/>
          </a:prstGeom>
          <a:solidFill>
            <a:srgbClr val="C49A2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older3Body">
            <a:extLst>
              <a:ext uri="{FF2B5EF4-FFF2-40B4-BE49-F238E27FC236}">
                <a16:creationId xmlns:a16="http://schemas.microsoft.com/office/drawing/2014/main" id="{A4BDCD2E-9DE6-31EA-5071-10B8B0B48470}"/>
              </a:ext>
            </a:extLst>
          </p:cNvPr>
          <p:cNvSpPr/>
          <p:nvPr/>
        </p:nvSpPr>
        <p:spPr>
          <a:xfrm>
            <a:off x="12292000" y="2550000"/>
            <a:ext cx="5396000" cy="5000000"/>
          </a:xfrm>
          <a:prstGeom prst="rect">
            <a:avLst/>
          </a:prstGeom>
          <a:solidFill>
            <a:srgbClr val="ECC96A"/>
          </a:solidFill>
          <a:ln w="19050">
            <a:solidFill>
              <a:srgbClr val="C49A20"/>
            </a:solidFill>
          </a:ln>
        </p:spPr>
        <p:txBody>
          <a:bodyPr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508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1E508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4000" b="1" dirty="0">
                <a:solidFill>
                  <a:srgbClr val="1A2035"/>
                </a:solidFill>
              </a:rPr>
              <a:t>The Witness Vanished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A2035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Folder3Solved">
            <a:extLst>
              <a:ext uri="{FF2B5EF4-FFF2-40B4-BE49-F238E27FC236}">
                <a16:creationId xmlns:a16="http://schemas.microsoft.com/office/drawing/2014/main" id="{B392C051-678A-3375-2B02-83D1F806ED12}"/>
              </a:ext>
            </a:extLst>
          </p:cNvPr>
          <p:cNvSpPr/>
          <p:nvPr/>
        </p:nvSpPr>
        <p:spPr>
          <a:xfrm rot="-720000">
            <a:off x="13490000" y="5800000"/>
            <a:ext cx="3000000" cy="1000000"/>
          </a:xfrm>
          <a:prstGeom prst="roundRect">
            <a:avLst>
              <a:gd name="adj" fmla="val 20000"/>
            </a:avLst>
          </a:prstGeom>
          <a:noFill/>
          <a:ln w="57150">
            <a:solidFill>
              <a:srgbClr val="CC111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all" spc="0" normalizeH="0" baseline="0" noProof="0" dirty="0">
                <a:ln>
                  <a:noFill/>
                </a:ln>
                <a:solidFill>
                  <a:srgbClr val="CC111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SOLVED</a:t>
            </a:r>
          </a:p>
        </p:txBody>
      </p:sp>
    </p:spTree>
    <p:extLst>
      <p:ext uri="{BB962C8B-B14F-4D97-AF65-F5344CB8AC3E}">
        <p14:creationId xmlns:p14="http://schemas.microsoft.com/office/powerpoint/2010/main" val="229631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10719"/>
            <a:ext cx="15759332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Workspace-Wide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434049"/>
            <a:ext cx="170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detective can only cover so much ground.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95820"/>
            <a:ext cx="16870680" cy="3872133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724421"/>
            <a:ext cx="162243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An entire Fabric workspace — all semantic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BPA run on one model — what about the rest?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Governance gaps accumulate silently across the workspace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• No historical trend data for model quality</a:t>
            </a:r>
          </a:p>
        </p:txBody>
      </p:sp>
    </p:spTree>
    <p:extLst>
      <p:ext uri="{BB962C8B-B14F-4D97-AF65-F5344CB8AC3E}">
        <p14:creationId xmlns:p14="http://schemas.microsoft.com/office/powerpoint/2010/main" val="2065670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4B32-8E8C-7809-B7FF-21A6EEA1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65F50-462B-6AB1-DBA0-E7F37BF7AE5C}"/>
              </a:ext>
            </a:extLst>
          </p:cNvPr>
          <p:cNvSpPr txBox="1"/>
          <p:nvPr/>
        </p:nvSpPr>
        <p:spPr>
          <a:xfrm>
            <a:off x="822960" y="685800"/>
            <a:ext cx="130933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DEMO: </a:t>
            </a:r>
            <a:r>
              <a:rPr lang="en-US" sz="4800" b="1" dirty="0"/>
              <a:t>The Inspection (Best Practice Analyzer)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4DACC8-9E9B-3C7C-B160-CD45C1574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057399"/>
            <a:ext cx="16504920" cy="6541477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0834BB-509C-2190-C7A8-9C3FBFDC04E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29D5E-C7F8-0351-7222-4299CAB769E0}"/>
              </a:ext>
            </a:extLst>
          </p:cNvPr>
          <p:cNvSpPr txBox="1"/>
          <p:nvPr/>
        </p:nvSpPr>
        <p:spPr>
          <a:xfrm>
            <a:off x="2934811" y="5328137"/>
            <a:ext cx="12829859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 sz="2600" i="1">
                <a:solidFill>
                  <a:srgbClr val="C8D2DC"/>
                </a:solidFill>
              </a:defRPr>
            </a:pPr>
            <a:r>
              <a:rPr lang="en-US" sz="6600" i="1" dirty="0"/>
              <a:t>There’s only one way to know......</a:t>
            </a:r>
            <a:r>
              <a:rPr kumimoji="0" sz="6600" b="0" i="1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60283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10972800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Report That 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12017"/>
            <a:ext cx="170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C8D2DC"/>
                </a:solidFill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report is lying to you. I’m not sure how yet. But I will be.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99339"/>
            <a:ext cx="16504920" cy="374904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727939"/>
            <a:ext cx="161391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A Power BI report connected to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semantic model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  <a:endParaRPr lang="en-US" sz="4000" b="1" noProof="0" dirty="0">
              <a:solidFill>
                <a:srgbClr val="FFFFFF"/>
              </a:solidFill>
              <a:latin typeface="Aptos" panose="02110004020202020204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FFFFFF"/>
                </a:solidFill>
              </a:defRPr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Visuals reference fields that were renamed or removed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>
                <a:solidFill>
                  <a:srgbClr val="C8D2DC"/>
                </a:solidFill>
              </a:defRPr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Report-level measures live in the report instead of the semantic model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3BF63-337E-75F9-E6D8-DBA56BFA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D8B96-16DE-DC70-0C39-34758FCC687C}"/>
              </a:ext>
            </a:extLst>
          </p:cNvPr>
          <p:cNvSpPr txBox="1"/>
          <p:nvPr/>
        </p:nvSpPr>
        <p:spPr>
          <a:xfrm>
            <a:off x="822960" y="685800"/>
            <a:ext cx="123320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DEMO: </a:t>
            </a:r>
            <a:r>
              <a:rPr lang="en-US" sz="4800" b="1" dirty="0"/>
              <a:t>The Report Is Lying (Report Analysis)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F3A00F-59B9-8B07-D630-8F0FA6358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057399"/>
            <a:ext cx="16504920" cy="6541477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CEE4C1-EAA5-6BB4-07C7-C992FEE59E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48224-EE43-75E0-310E-11DD5EF61325}"/>
              </a:ext>
            </a:extLst>
          </p:cNvPr>
          <p:cNvSpPr txBox="1"/>
          <p:nvPr/>
        </p:nvSpPr>
        <p:spPr>
          <a:xfrm>
            <a:off x="3070970" y="5328137"/>
            <a:ext cx="1255754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 sz="2600" i="1">
                <a:solidFill>
                  <a:srgbClr val="C8D2DC"/>
                </a:solidFill>
              </a:defRPr>
            </a:pPr>
            <a:r>
              <a:rPr lang="en-US" sz="6000" i="1" dirty="0"/>
              <a:t>Let’s see what doesn’t add up.........</a:t>
            </a:r>
            <a:r>
              <a:rPr kumimoji="0" sz="6000" b="0" i="1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0931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F95A-49E9-FE4B-520B-7F666834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263C-ADC1-135C-A232-A47EED0188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6774034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File: The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F82A9-90BF-1B10-C885-5C4D4C35B896}"/>
              </a:ext>
            </a:extLst>
          </p:cNvPr>
          <p:cNvSpPr txBox="1"/>
          <p:nvPr/>
        </p:nvSpPr>
        <p:spPr>
          <a:xfrm>
            <a:off x="1174653" y="1487934"/>
            <a:ext cx="1623720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</a:rPr>
              <a:t>Start with the model:</a:t>
            </a:r>
          </a:p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</a:rPr>
              <a:t>	Find out who’s taking up space before they become a problem.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BAE262-9FFF-4363-CD40-0822B0654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144130"/>
            <a:ext cx="16694834" cy="4909626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4F018-780C-51ED-D5C5-2A06DAE3EA3B}"/>
              </a:ext>
            </a:extLst>
          </p:cNvPr>
          <p:cNvSpPr txBox="1"/>
          <p:nvPr/>
        </p:nvSpPr>
        <p:spPr>
          <a:xfrm>
            <a:off x="1188720" y="3372730"/>
            <a:ext cx="16200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3600" b="1">
                <a:solidFill>
                  <a:srgbClr val="FFFFFF"/>
                </a:solidFill>
              </a:defRPr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defRPr sz="36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VICTIM: </a:t>
            </a:r>
            <a:r>
              <a:rPr lang="en-US" sz="4000" b="1" dirty="0"/>
              <a:t>The SF Case Files semantic model</a:t>
            </a:r>
          </a:p>
          <a:p>
            <a:pPr lvl="0">
              <a:defRPr sz="3600" b="1">
                <a:solidFill>
                  <a:srgbClr val="FFFFFF"/>
                </a:solidFill>
              </a:defRPr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defRPr sz="36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SYMPTOMS:</a:t>
            </a:r>
          </a:p>
          <a:p>
            <a:pPr lvl="0">
              <a:defRPr sz="3800">
                <a:solidFill>
                  <a:srgbClr val="C8D2DC"/>
                </a:solidFill>
              </a:defRPr>
            </a:pPr>
            <a:r>
              <a:rPr lang="en-US" sz="4000" dirty="0"/>
              <a:t>• Memory usage is hidden behind the scenes</a:t>
            </a:r>
            <a:br>
              <a:rPr lang="en-US" sz="4000" dirty="0"/>
            </a:br>
            <a:r>
              <a:rPr lang="en-US" sz="4000" dirty="0"/>
              <a:t>• Large tables and high-cardinality columns are hard to spot by eye</a:t>
            </a:r>
            <a:br>
              <a:rPr lang="en-US" sz="4000" dirty="0"/>
            </a:br>
            <a:r>
              <a:rPr lang="en-US" sz="4000" dirty="0"/>
              <a:t>• Model bloat slows performance and makes optimization guesswork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421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A3DA-8FE3-A509-AA5C-B64CDD1F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C401C-92B6-4556-9FB3-F5A36CC49355}"/>
              </a:ext>
            </a:extLst>
          </p:cNvPr>
          <p:cNvSpPr txBox="1"/>
          <p:nvPr/>
        </p:nvSpPr>
        <p:spPr>
          <a:xfrm>
            <a:off x="822960" y="685800"/>
            <a:ext cx="1060117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DEMO: </a:t>
            </a:r>
            <a:r>
              <a:rPr lang="en-US" sz="4800" b="1" dirty="0"/>
              <a:t>The Profile (</a:t>
            </a:r>
            <a:r>
              <a:rPr lang="en-US" sz="4800" b="1" dirty="0" err="1"/>
              <a:t>VertiPaq</a:t>
            </a:r>
            <a:r>
              <a:rPr lang="en-US" sz="4800" b="1" dirty="0"/>
              <a:t> Analyzer)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5004EF-8A5D-7499-B7CD-2875EF6FD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057399"/>
            <a:ext cx="16504920" cy="6541477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345A92-3F21-B060-293A-4B2F60E496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99870-A45B-9B52-FD28-6183408B3667}"/>
              </a:ext>
            </a:extLst>
          </p:cNvPr>
          <p:cNvSpPr txBox="1"/>
          <p:nvPr/>
        </p:nvSpPr>
        <p:spPr>
          <a:xfrm>
            <a:off x="4481932" y="5284175"/>
            <a:ext cx="973561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 sz="2600" i="1">
                <a:solidFill>
                  <a:srgbClr val="C8D2DC"/>
                </a:solidFill>
              </a:defRPr>
            </a:pPr>
            <a:r>
              <a:rPr lang="en-US" sz="6000" i="1" dirty="0"/>
              <a:t>This deserves a closer look...</a:t>
            </a:r>
            <a:endParaRPr kumimoji="0" sz="6000" b="0" i="1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892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250000"/>
            <a:ext cx="7351693" cy="80021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Build the Detective Agency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8900" y="1100362"/>
            <a:ext cx="1624720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</a:rPr>
              <a:t>Monitoring, automation, and repeatable practices for the long haul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White outline of foot 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000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9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THE CASE</a:t>
            </a:r>
          </a:p>
        </p:txBody>
      </p:sp>
      <p:pic>
        <p:nvPicPr>
          <p:cNvPr id="6" name="Picture 5" descr="White outline of foot 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00000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23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DEMOS</a:t>
            </a:r>
          </a:p>
        </p:txBody>
      </p:sp>
      <p:pic>
        <p:nvPicPr>
          <p:cNvPr id="8" name="Picture 7" descr="White outline of foot 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0000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57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DETECTIVE AGENCY</a:t>
            </a:r>
          </a:p>
        </p:txBody>
      </p:sp>
      <p:pic>
        <p:nvPicPr>
          <p:cNvPr id="10" name="Picture 9" descr="White outline of foot pri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2000000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591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CLOSED</a:t>
            </a:r>
          </a:p>
        </p:txBody>
      </p:sp>
      <p:sp>
        <p:nvSpPr>
          <p:cNvPr id="200" name="Connector 2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04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Connector 2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638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Connector 2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72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 descr="You are here">
            <a:extLst>
              <a:ext uri="{FF2B5EF4-FFF2-40B4-BE49-F238E27FC236}">
                <a16:creationId xmlns:a16="http://schemas.microsoft.com/office/drawing/2014/main" id="{C8DB4F3D-7667-1BA8-483F-0847040E59CE}"/>
              </a:ext>
            </a:extLst>
          </p:cNvPr>
          <p:cNvGrpSpPr/>
          <p:nvPr/>
        </p:nvGrpSpPr>
        <p:grpSpPr>
          <a:xfrm>
            <a:off x="10241280" y="4000000"/>
            <a:ext cx="2148840" cy="484632"/>
            <a:chOff x="1874520" y="2258568"/>
            <a:chExt cx="2148840" cy="484632"/>
          </a:xfrm>
        </p:grpSpPr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8CDC9D28-8F4C-1EB3-D52F-5E5312C03EBC}"/>
                </a:ext>
              </a:extLst>
            </p:cNvPr>
            <p:cNvSpPr/>
            <p:nvPr/>
          </p:nvSpPr>
          <p:spPr>
            <a:xfrm>
              <a:off x="1874520" y="2258568"/>
              <a:ext cx="2148840" cy="457200"/>
            </a:xfrm>
            <a:prstGeom prst="roundRect">
              <a:avLst/>
            </a:prstGeom>
            <a:solidFill>
              <a:srgbClr val="122B44"/>
            </a:solidFill>
            <a:ln w="22225">
              <a:solidFill>
                <a:srgbClr val="50AA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A66ABB-65E1-C084-91D1-21C117804B25}"/>
                </a:ext>
              </a:extLst>
            </p:cNvPr>
            <p:cNvSpPr txBox="1"/>
            <p:nvPr/>
          </p:nvSpPr>
          <p:spPr>
            <a:xfrm>
              <a:off x="1874520" y="2286000"/>
              <a:ext cx="2148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50AAFF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 ARE HERE</a:t>
              </a:r>
            </a:p>
          </p:txBody>
        </p:sp>
      </p:grpSp>
      <p:pic>
        <p:nvPicPr>
          <p:cNvPr id="12" name="Picture 11" descr="Detective Monk">
            <a:extLst>
              <a:ext uri="{FF2B5EF4-FFF2-40B4-BE49-F238E27FC236}">
                <a16:creationId xmlns:a16="http://schemas.microsoft.com/office/drawing/2014/main" id="{6FEDA11F-0233-BD65-E99C-F4BF31CBD7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523" y="4887000"/>
            <a:ext cx="3710354" cy="371035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11372024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Detective to Detective Agency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27E272-7FB5-9F52-3DBB-0C1ADDDB6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200" y="6800000"/>
            <a:ext cx="3291840" cy="2050000"/>
            <a:chOff x="457200" y="6800000"/>
            <a:chExt cx="3291840" cy="2050000"/>
          </a:xfrm>
        </p:grpSpPr>
        <p:sp>
          <p:nvSpPr>
            <p:cNvPr id="10" name="Step1"/>
            <p:cNvSpPr/>
            <p:nvPr/>
          </p:nvSpPr>
          <p:spPr>
            <a:xfrm>
              <a:off x="457200" y="6800000"/>
              <a:ext cx="3291840" cy="2000000"/>
            </a:xfrm>
            <a:prstGeom prst="roundRect">
              <a:avLst/>
            </a:prstGeom>
            <a:solidFill>
              <a:srgbClr val="0D2B42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StepNum1"/>
            <p:cNvSpPr txBox="1"/>
            <p:nvPr/>
          </p:nvSpPr>
          <p:spPr>
            <a:xfrm>
              <a:off x="457200" y="6950000"/>
              <a:ext cx="3291840" cy="12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StepLbl1"/>
            <p:cNvSpPr txBox="1"/>
            <p:nvPr/>
          </p:nvSpPr>
          <p:spPr>
            <a:xfrm>
              <a:off x="548640" y="7950000"/>
              <a:ext cx="310896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Ad-Hoc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Investigations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B5E3DB3-1107-FDF7-FB05-D0744D1B9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77640" y="5600000"/>
            <a:ext cx="3291840" cy="3200000"/>
            <a:chOff x="3977640" y="5600000"/>
            <a:chExt cx="3291840" cy="3200000"/>
          </a:xfrm>
        </p:grpSpPr>
        <p:sp>
          <p:nvSpPr>
            <p:cNvPr id="20" name="Step2"/>
            <p:cNvSpPr/>
            <p:nvPr/>
          </p:nvSpPr>
          <p:spPr>
            <a:xfrm>
              <a:off x="3977640" y="5600000"/>
              <a:ext cx="3291840" cy="3200000"/>
            </a:xfrm>
            <a:prstGeom prst="roundRect">
              <a:avLst/>
            </a:prstGeom>
            <a:solidFill>
              <a:srgbClr val="0F3554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StepNum2"/>
            <p:cNvSpPr txBox="1"/>
            <p:nvPr/>
          </p:nvSpPr>
          <p:spPr>
            <a:xfrm>
              <a:off x="3977640" y="5750000"/>
              <a:ext cx="3291840" cy="12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StepLbl2"/>
            <p:cNvSpPr txBox="1"/>
            <p:nvPr/>
          </p:nvSpPr>
          <p:spPr>
            <a:xfrm>
              <a:off x="4069080" y="7050000"/>
              <a:ext cx="310896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Reusable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Notebooks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10694B-D290-B6A0-AD91-EE598722B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98080" y="4200000"/>
            <a:ext cx="3291840" cy="4600000"/>
            <a:chOff x="7498080" y="4200000"/>
            <a:chExt cx="3291840" cy="4600000"/>
          </a:xfrm>
        </p:grpSpPr>
        <p:sp>
          <p:nvSpPr>
            <p:cNvPr id="30" name="Step3"/>
            <p:cNvSpPr/>
            <p:nvPr/>
          </p:nvSpPr>
          <p:spPr>
            <a:xfrm>
              <a:off x="7498080" y="4200000"/>
              <a:ext cx="3291840" cy="4600000"/>
            </a:xfrm>
            <a:prstGeom prst="roundRect">
              <a:avLst/>
            </a:prstGeom>
            <a:solidFill>
              <a:srgbClr val="124068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StepNum3"/>
            <p:cNvSpPr txBox="1"/>
            <p:nvPr/>
          </p:nvSpPr>
          <p:spPr>
            <a:xfrm>
              <a:off x="7498080" y="4350000"/>
              <a:ext cx="3291840" cy="12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StepLbl3"/>
            <p:cNvSpPr txBox="1"/>
            <p:nvPr/>
          </p:nvSpPr>
          <p:spPr>
            <a:xfrm>
              <a:off x="7589520" y="5650000"/>
              <a:ext cx="310896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Standard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Health Checks</a:t>
              </a:r>
            </a:p>
          </p:txBody>
        </p:sp>
        <p:sp>
          <p:nvSpPr>
            <p:cNvPr id="33" name="StepDesc3"/>
            <p:cNvSpPr txBox="1"/>
            <p:nvPr/>
          </p:nvSpPr>
          <p:spPr>
            <a:xfrm>
              <a:off x="7589520" y="6450000"/>
              <a:ext cx="3108960" cy="8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BPA + VertiPaq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+ dependencies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B4DE32-30AB-ABAE-A587-727E5CFB5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018520" y="2800000"/>
            <a:ext cx="3291840" cy="6000000"/>
            <a:chOff x="11018520" y="2800000"/>
            <a:chExt cx="3291840" cy="6000000"/>
          </a:xfrm>
        </p:grpSpPr>
        <p:sp>
          <p:nvSpPr>
            <p:cNvPr id="40" name="Step4"/>
            <p:cNvSpPr/>
            <p:nvPr/>
          </p:nvSpPr>
          <p:spPr>
            <a:xfrm>
              <a:off x="11018520" y="2800000"/>
              <a:ext cx="3291840" cy="6000000"/>
            </a:xfrm>
            <a:prstGeom prst="roundRect">
              <a:avLst/>
            </a:prstGeom>
            <a:solidFill>
              <a:srgbClr val="154B7C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StepNum4"/>
            <p:cNvSpPr txBox="1"/>
            <p:nvPr/>
          </p:nvSpPr>
          <p:spPr>
            <a:xfrm>
              <a:off x="11018520" y="2950000"/>
              <a:ext cx="3291840" cy="12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StepLbl4"/>
            <p:cNvSpPr txBox="1"/>
            <p:nvPr/>
          </p:nvSpPr>
          <p:spPr>
            <a:xfrm>
              <a:off x="11109960" y="4250000"/>
              <a:ext cx="310896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Run Pre/Post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Change</a:t>
              </a:r>
            </a:p>
          </p:txBody>
        </p:sp>
        <p:sp>
          <p:nvSpPr>
            <p:cNvPr id="43" name="StepDesc4"/>
            <p:cNvSpPr txBox="1"/>
            <p:nvPr/>
          </p:nvSpPr>
          <p:spPr>
            <a:xfrm>
              <a:off x="11109960" y="5050000"/>
              <a:ext cx="3108960" cy="8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Catch regressions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before users do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994C0-25E2-72D4-2F09-B6693AD6B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538960" y="1600000"/>
            <a:ext cx="3291840" cy="7200000"/>
            <a:chOff x="14538960" y="1600000"/>
            <a:chExt cx="3291840" cy="7200000"/>
          </a:xfrm>
        </p:grpSpPr>
        <p:sp>
          <p:nvSpPr>
            <p:cNvPr id="50" name="Step5"/>
            <p:cNvSpPr/>
            <p:nvPr/>
          </p:nvSpPr>
          <p:spPr>
            <a:xfrm>
              <a:off x="14538960" y="1600000"/>
              <a:ext cx="3291840" cy="7200000"/>
            </a:xfrm>
            <a:prstGeom prst="roundRect">
              <a:avLst/>
            </a:prstGeom>
            <a:solidFill>
              <a:srgbClr val="1A5A8C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StepNum5"/>
            <p:cNvSpPr txBox="1"/>
            <p:nvPr/>
          </p:nvSpPr>
          <p:spPr>
            <a:xfrm>
              <a:off x="14538960" y="1750000"/>
              <a:ext cx="3291840" cy="120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StepLbl5"/>
            <p:cNvSpPr txBox="1"/>
            <p:nvPr/>
          </p:nvSpPr>
          <p:spPr>
            <a:xfrm>
              <a:off x="14630400" y="3050000"/>
              <a:ext cx="310896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Share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Build Playbook</a:t>
              </a:r>
            </a:p>
          </p:txBody>
        </p:sp>
        <p:sp>
          <p:nvSpPr>
            <p:cNvPr id="53" name="StepDesc5"/>
            <p:cNvSpPr txBox="1"/>
            <p:nvPr/>
          </p:nvSpPr>
          <p:spPr>
            <a:xfrm>
              <a:off x="14630400" y="3850000"/>
              <a:ext cx="3108960" cy="8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Your team runs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8D2D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 without you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4636-8C1D-2007-1EAE-19949D9C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A81B-CE51-BC85-C51A-A6697D9E7E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8139344" cy="80021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Precinct Goes Automated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7654C-7DF1-B07D-DCB3-90EDA63C435F}"/>
              </a:ext>
            </a:extLst>
          </p:cNvPr>
          <p:cNvSpPr txBox="1"/>
          <p:nvPr/>
        </p:nvSpPr>
        <p:spPr>
          <a:xfrm>
            <a:off x="1325880" y="1258073"/>
            <a:ext cx="144033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000" dirty="0"/>
              <a:t>One function call. One dashboard. A repeatable monitoring view.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632BE4-38D9-B094-C21B-EC6B8A6F4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046" y="1965959"/>
            <a:ext cx="16694834" cy="7178041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32B84-98F6-7174-908C-419C48899E0E}"/>
              </a:ext>
            </a:extLst>
          </p:cNvPr>
          <p:cNvSpPr txBox="1"/>
          <p:nvPr/>
        </p:nvSpPr>
        <p:spPr>
          <a:xfrm>
            <a:off x="1624818" y="2102465"/>
            <a:ext cx="16200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WHAT THIS DOES: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Creates a pre-built workspace monitoring dashboard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Scopes it to the current workspace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Gives the team a repeatable monitoring starting point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WHY IT MATTERS: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Moves from ad-hoc investigation to operational visibility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Makes monitoring easier to share across the team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Helps confirm issues faster without rebuilding the view manually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PRE-REQUISITE: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• Workspace monitoring must be enabled first</a:t>
            </a:r>
          </a:p>
        </p:txBody>
      </p:sp>
    </p:spTree>
    <p:extLst>
      <p:ext uri="{BB962C8B-B14F-4D97-AF65-F5344CB8AC3E}">
        <p14:creationId xmlns:p14="http://schemas.microsoft.com/office/powerpoint/2010/main" val="2877091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A286-F86B-A4FE-E82D-2776A05D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892167-43CD-B111-FB21-D29476693533}"/>
              </a:ext>
            </a:extLst>
          </p:cNvPr>
          <p:cNvSpPr txBox="1"/>
          <p:nvPr/>
        </p:nvSpPr>
        <p:spPr>
          <a:xfrm>
            <a:off x="822960" y="685800"/>
            <a:ext cx="1054121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800" b="1">
                <a:solidFill>
                  <a:srgbClr val="FFFFFF"/>
                </a:solidFill>
              </a:defRPr>
            </a:pPr>
            <a:r>
              <a:rPr lang="en-US" sz="4800" b="1" dirty="0"/>
              <a:t>DEMO: The Precinct Goes Automated</a:t>
            </a:r>
            <a:br>
              <a:rPr lang="en-US" sz="4800" b="1" dirty="0"/>
            </a:br>
            <a:r>
              <a:rPr lang="en-US" sz="4800" b="1" dirty="0"/>
              <a:t>(Workspace Monitoring Dashboard)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3A6F56-4FB6-6B72-58DF-B73B452C4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391508"/>
            <a:ext cx="16504920" cy="6207368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C6222-3A37-064E-DBD3-9CDBA4750C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78041" y="3943171"/>
            <a:ext cx="5017719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>
                <a:solidFill>
                  <a:srgbClr val="FFFFFF"/>
                </a:solidFill>
              </a:defRPr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F09C2-07FB-F772-C836-28FD17C03049}"/>
              </a:ext>
            </a:extLst>
          </p:cNvPr>
          <p:cNvSpPr txBox="1"/>
          <p:nvPr/>
        </p:nvSpPr>
        <p:spPr>
          <a:xfrm>
            <a:off x="4050115" y="5284175"/>
            <a:ext cx="1059924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 sz="2600" i="1">
                <a:solidFill>
                  <a:srgbClr val="C8D2DC"/>
                </a:solidFill>
              </a:defRPr>
            </a:pPr>
            <a:r>
              <a:rPr lang="en-US" sz="6000" i="1" dirty="0"/>
              <a:t>The dashboard will confirm it....</a:t>
            </a:r>
            <a:endParaRPr kumimoji="0" sz="6000" b="0" i="1" u="none" strike="noStrike" kern="1200" cap="none" spc="0" normalizeH="0" baseline="0" noProof="0" dirty="0">
              <a:ln>
                <a:noFill/>
              </a:ln>
              <a:solidFill>
                <a:srgbClr val="C8D2D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100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250000"/>
            <a:ext cx="4604146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Closed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1315" y="1172500"/>
            <a:ext cx="171298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400">
                <a:solidFill>
                  <a:srgbClr val="C8D2DC"/>
                </a:solidFill>
              </a:defRPr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</a:rPr>
              <a:t>Key takeaways, next steps, and where to start with Semantic Link Labs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White outline of feeot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000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9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THE CASE</a:t>
            </a:r>
          </a:p>
        </p:txBody>
      </p:sp>
      <p:pic>
        <p:nvPicPr>
          <p:cNvPr id="6" name="Picture 5" descr="White outline of feeot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00000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23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DEMOS</a:t>
            </a:r>
          </a:p>
        </p:txBody>
      </p:sp>
      <p:pic>
        <p:nvPicPr>
          <p:cNvPr id="8" name="Picture 7" descr="White outline of foot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00000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57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C8D2DC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DETECTIVE AGENCY</a:t>
            </a:r>
          </a:p>
        </p:txBody>
      </p:sp>
      <p:pic>
        <p:nvPicPr>
          <p:cNvPr id="10" name="Picture 9" descr="White outline of feeotpri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0" y="2000000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59100" y="3300000"/>
            <a:ext cx="340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CLOSED</a:t>
            </a:r>
          </a:p>
        </p:txBody>
      </p:sp>
      <p:sp>
        <p:nvSpPr>
          <p:cNvPr id="200" name="Connector 2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04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Connector 2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638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Connector 2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7200" y="2558800"/>
            <a:ext cx="2960400" cy="2540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 descr="You are here">
            <a:extLst>
              <a:ext uri="{FF2B5EF4-FFF2-40B4-BE49-F238E27FC236}">
                <a16:creationId xmlns:a16="http://schemas.microsoft.com/office/drawing/2014/main" id="{0C58EC83-D766-1386-8157-903A7B84D1C8}"/>
              </a:ext>
            </a:extLst>
          </p:cNvPr>
          <p:cNvGrpSpPr/>
          <p:nvPr/>
        </p:nvGrpSpPr>
        <p:grpSpPr>
          <a:xfrm>
            <a:off x="14584680" y="4000000"/>
            <a:ext cx="2148840" cy="484632"/>
            <a:chOff x="1874520" y="2258568"/>
            <a:chExt cx="2148840" cy="484632"/>
          </a:xfrm>
        </p:grpSpPr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D2798287-FEB1-A382-FA65-E1B0021F2298}"/>
                </a:ext>
              </a:extLst>
            </p:cNvPr>
            <p:cNvSpPr/>
            <p:nvPr/>
          </p:nvSpPr>
          <p:spPr>
            <a:xfrm>
              <a:off x="1874520" y="2258568"/>
              <a:ext cx="2148840" cy="457200"/>
            </a:xfrm>
            <a:prstGeom prst="roundRect">
              <a:avLst/>
            </a:prstGeom>
            <a:solidFill>
              <a:srgbClr val="122B44"/>
            </a:solidFill>
            <a:ln w="22225">
              <a:solidFill>
                <a:srgbClr val="50AA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114FBB-769B-4964-9C8E-4B6A40CFF669}"/>
                </a:ext>
              </a:extLst>
            </p:cNvPr>
            <p:cNvSpPr txBox="1"/>
            <p:nvPr/>
          </p:nvSpPr>
          <p:spPr>
            <a:xfrm>
              <a:off x="1874520" y="2286000"/>
              <a:ext cx="2148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50AAFF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50AA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 ARE HERE</a:t>
              </a:r>
            </a:p>
          </p:txBody>
        </p:sp>
      </p:grpSp>
      <p:pic>
        <p:nvPicPr>
          <p:cNvPr id="12" name="Picture 11" descr="Detective Monk">
            <a:extLst>
              <a:ext uri="{FF2B5EF4-FFF2-40B4-BE49-F238E27FC236}">
                <a16:creationId xmlns:a16="http://schemas.microsoft.com/office/drawing/2014/main" id="{397E34C0-04AC-22D6-B93C-342EA8590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923" y="5143500"/>
            <a:ext cx="3710354" cy="371035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8686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solidFill>
                  <a:srgbClr val="FFFFFF"/>
                </a:solidFill>
              </a:rPr>
              <a:t>Case Closed: Key Takeaways</a:t>
            </a:r>
          </a:p>
        </p:txBody>
      </p:sp>
      <p:sp>
        <p:nvSpPr>
          <p:cNvPr id="10" name="Card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50000"/>
            <a:ext cx="5638800" cy="71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ircle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0800" y="190000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um1"/>
          <p:cNvSpPr txBox="1"/>
          <p:nvPr/>
        </p:nvSpPr>
        <p:spPr>
          <a:xfrm>
            <a:off x="2590800" y="1900000"/>
            <a:ext cx="1371600" cy="1371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abel1"/>
          <p:cNvSpPr txBox="1"/>
          <p:nvPr/>
        </p:nvSpPr>
        <p:spPr>
          <a:xfrm>
            <a:off x="548640" y="3471600"/>
            <a:ext cx="5455920" cy="90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Evidence First</a:t>
            </a:r>
          </a:p>
        </p:txBody>
      </p:sp>
      <p:sp>
        <p:nvSpPr>
          <p:cNvPr id="14" name="Body1"/>
          <p:cNvSpPr txBox="1"/>
          <p:nvPr/>
        </p:nvSpPr>
        <p:spPr>
          <a:xfrm>
            <a:off x="548640" y="4271600"/>
            <a:ext cx="5455920" cy="150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3600" b="0" dirty="0">
                <a:solidFill>
                  <a:srgbClr val="C8D2DC"/>
                </a:solidFill>
              </a:rPr>
              <a:t>Turn “something’s off” into</a:t>
            </a:r>
          </a:p>
          <a:p>
            <a:pPr algn="ctr">
              <a:spcBef>
                <a:spcPts val="0"/>
              </a:spcBef>
            </a:pPr>
            <a:r>
              <a:rPr lang="en-US" sz="3600" b="0" dirty="0">
                <a:solidFill>
                  <a:srgbClr val="C8D2DC"/>
                </a:solidFill>
              </a:rPr>
              <a:t>evidence using Semantic Link Labs</a:t>
            </a:r>
          </a:p>
        </p:txBody>
      </p:sp>
      <p:grpSp>
        <p:nvGrpSpPr>
          <p:cNvPr id="5" name="Group 4" descr="Map the blast radius">
            <a:extLst>
              <a:ext uri="{FF2B5EF4-FFF2-40B4-BE49-F238E27FC236}">
                <a16:creationId xmlns:a16="http://schemas.microsoft.com/office/drawing/2014/main" id="{67C247E3-C73B-FF36-2E9F-98E09D4F65BC}"/>
              </a:ext>
            </a:extLst>
          </p:cNvPr>
          <p:cNvGrpSpPr/>
          <p:nvPr/>
        </p:nvGrpSpPr>
        <p:grpSpPr>
          <a:xfrm>
            <a:off x="6233160" y="1633277"/>
            <a:ext cx="5638800" cy="7100000"/>
            <a:chOff x="6233160" y="1633277"/>
            <a:chExt cx="5638800" cy="7100000"/>
          </a:xfrm>
        </p:grpSpPr>
        <p:sp>
          <p:nvSpPr>
            <p:cNvPr id="20" name="Card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33160" y="1633277"/>
              <a:ext cx="5638800" cy="7100000"/>
            </a:xfrm>
            <a:prstGeom prst="roundRect">
              <a:avLst/>
            </a:prstGeom>
            <a:solidFill>
              <a:srgbClr val="122B44"/>
            </a:solidFill>
            <a:ln w="25400">
              <a:solidFill>
                <a:srgbClr val="285A8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Circle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458200" y="1900000"/>
              <a:ext cx="1371600" cy="1371600"/>
            </a:xfrm>
            <a:prstGeom prst="ellipse">
              <a:avLst/>
            </a:prstGeom>
            <a:solidFill>
              <a:srgbClr val="1A5C8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Num2"/>
            <p:cNvSpPr txBox="1"/>
            <p:nvPr/>
          </p:nvSpPr>
          <p:spPr>
            <a:xfrm>
              <a:off x="8458200" y="1900000"/>
              <a:ext cx="1371600" cy="13716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72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23" name="Label2"/>
            <p:cNvSpPr txBox="1"/>
            <p:nvPr/>
          </p:nvSpPr>
          <p:spPr>
            <a:xfrm>
              <a:off x="6416040" y="3471600"/>
              <a:ext cx="5455920" cy="9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600" b="1" dirty="0">
                  <a:solidFill>
                    <a:srgbClr val="FFFFFF"/>
                  </a:solidFill>
                </a:rPr>
                <a:t>Map the Blast Radius</a:t>
              </a:r>
            </a:p>
          </p:txBody>
        </p:sp>
        <p:sp>
          <p:nvSpPr>
            <p:cNvPr id="24" name="Body2"/>
            <p:cNvSpPr txBox="1"/>
            <p:nvPr/>
          </p:nvSpPr>
          <p:spPr>
            <a:xfrm>
              <a:off x="6416040" y="4271600"/>
              <a:ext cx="5455920" cy="150000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3600" b="0" dirty="0">
                  <a:solidFill>
                    <a:srgbClr val="C8D2DC"/>
                  </a:solidFill>
                </a:rPr>
                <a:t>Use dependencies to understand</a:t>
              </a:r>
            </a:p>
            <a:p>
              <a:pPr algn="ctr">
                <a:spcBef>
                  <a:spcPts val="0"/>
                </a:spcBef>
              </a:pPr>
              <a:r>
                <a:rPr lang="en-US" sz="3600" b="0" dirty="0">
                  <a:solidFill>
                    <a:srgbClr val="C8D2DC"/>
                  </a:solidFill>
                </a:rPr>
                <a:t>change impact before you make it</a:t>
              </a:r>
            </a:p>
          </p:txBody>
        </p:sp>
      </p:grpSp>
      <p:sp>
        <p:nvSpPr>
          <p:cNvPr id="30" name="Card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192000" y="1650000"/>
            <a:ext cx="5638800" cy="71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1" name="Circle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325600" y="1900000"/>
            <a:ext cx="1371600" cy="1371600"/>
          </a:xfrm>
          <a:prstGeom prst="ellipse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Num3"/>
          <p:cNvSpPr txBox="1"/>
          <p:nvPr/>
        </p:nvSpPr>
        <p:spPr>
          <a:xfrm>
            <a:off x="14325600" y="1900000"/>
            <a:ext cx="1371600" cy="1371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Label3"/>
          <p:cNvSpPr txBox="1"/>
          <p:nvPr/>
        </p:nvSpPr>
        <p:spPr>
          <a:xfrm>
            <a:off x="12283440" y="3471600"/>
            <a:ext cx="5455920" cy="90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Build the Playbook</a:t>
            </a:r>
          </a:p>
        </p:txBody>
      </p:sp>
      <p:sp>
        <p:nvSpPr>
          <p:cNvPr id="34" name="Body3"/>
          <p:cNvSpPr txBox="1">
            <a:spLocks noGrp="1"/>
          </p:cNvSpPr>
          <p:nvPr>
            <p:ph type="title" idx="4294967295"/>
          </p:nvPr>
        </p:nvSpPr>
        <p:spPr>
          <a:xfrm>
            <a:off x="12283440" y="4271600"/>
            <a:ext cx="5455920" cy="15000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Make investigations repeatable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8D2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 you find issues before users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 idx="4294967295"/>
          </p:nvPr>
        </p:nvSpPr>
        <p:spPr>
          <a:xfrm>
            <a:off x="769000" y="0"/>
            <a:ext cx="16750000" cy="10000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More from the Crime Lab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38360" y="925280"/>
            <a:ext cx="1675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1" dirty="0">
                <a:solidFill>
                  <a:srgbClr val="C8D2DC"/>
                </a:solidFill>
                <a:latin typeface="Aptos" panose="02110004020202020204"/>
              </a:rPr>
              <a:t>SLL ships ready-to-run notebooks for common Fabric governance tasks </a:t>
            </a:r>
          </a:p>
          <a:p>
            <a:r>
              <a:rPr lang="en-US" sz="3200" i="1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200" b="0" i="1" dirty="0">
                <a:solidFill>
                  <a:srgbClr val="C8D2DC"/>
                </a:solidFill>
                <a:latin typeface="Aptos" panose="02110004020202020204"/>
              </a:rPr>
              <a:t>— each one a solved case waiting to open</a:t>
            </a:r>
          </a:p>
        </p:txBody>
      </p:sp>
      <p:sp>
        <p:nvSpPr>
          <p:cNvPr id="10" name="Card1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00000"/>
            <a:ext cx="17373600" cy="12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1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00000"/>
            <a:ext cx="76200" cy="1200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1Text"/>
          <p:cNvSpPr txBox="1"/>
          <p:nvPr/>
        </p:nvSpPr>
        <p:spPr>
          <a:xfrm>
            <a:off x="700000" y="2130000"/>
            <a:ext cx="17100000" cy="114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ptos" panose="02110004020202020204"/>
              </a:rPr>
              <a:t>Best Practice Analyzer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 </a:t>
            </a:r>
          </a:p>
          <a:p>
            <a:r>
              <a:rPr lang="en-US" sz="3600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—  Run BPA rules across models, export results, and spin up a Direct Lake report</a:t>
            </a:r>
          </a:p>
        </p:txBody>
      </p:sp>
      <p:sp>
        <p:nvSpPr>
          <p:cNvPr id="20" name="Card2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50000"/>
            <a:ext cx="17373600" cy="12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50000"/>
            <a:ext cx="76200" cy="1200000"/>
          </a:xfrm>
          <a:prstGeom prst="roundRect">
            <a:avLst/>
          </a:prstGeom>
          <a:solidFill>
            <a:srgbClr val="1A5C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2Text"/>
          <p:cNvSpPr txBox="1"/>
          <p:nvPr/>
        </p:nvSpPr>
        <p:spPr>
          <a:xfrm>
            <a:off x="700000" y="3480000"/>
            <a:ext cx="17100000" cy="114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ptos" panose="02110004020202020204"/>
              </a:rPr>
              <a:t>Model Optimization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 </a:t>
            </a:r>
          </a:p>
          <a:p>
            <a:r>
              <a:rPr lang="en-US" sz="3600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—  Fix column encoding, remove auto date tables, clean up model dependencies</a:t>
            </a:r>
          </a:p>
        </p:txBody>
      </p:sp>
      <p:sp>
        <p:nvSpPr>
          <p:cNvPr id="30" name="Card3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000"/>
            <a:ext cx="17373600" cy="12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3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000"/>
            <a:ext cx="76200" cy="1200000"/>
          </a:xfrm>
          <a:prstGeom prst="roundRect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3Text"/>
          <p:cNvSpPr txBox="1"/>
          <p:nvPr/>
        </p:nvSpPr>
        <p:spPr>
          <a:xfrm>
            <a:off x="700000" y="4830000"/>
            <a:ext cx="17100000" cy="114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ptos" panose="02110004020202020204"/>
              </a:rPr>
              <a:t>Migrate to Direct Lake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</a:t>
            </a:r>
          </a:p>
          <a:p>
            <a:r>
              <a:rPr lang="en-US" sz="3600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—  Convert import-mode semantic models to Direct Lake in one notebook</a:t>
            </a:r>
          </a:p>
        </p:txBody>
      </p:sp>
      <p:sp>
        <p:nvSpPr>
          <p:cNvPr id="40" name="Card4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50000"/>
            <a:ext cx="17373600" cy="12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4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50000"/>
            <a:ext cx="76200" cy="1200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4Text"/>
          <p:cNvSpPr txBox="1"/>
          <p:nvPr/>
        </p:nvSpPr>
        <p:spPr>
          <a:xfrm>
            <a:off x="700000" y="6180000"/>
            <a:ext cx="17100000" cy="114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ptos" panose="02110004020202020204"/>
              </a:rPr>
              <a:t>Workspace Monitoring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 </a:t>
            </a:r>
          </a:p>
          <a:p>
            <a:r>
              <a:rPr lang="en-US" sz="3600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—  Provision a KQL Eventhouse and real-time dashboard with a single call</a:t>
            </a:r>
          </a:p>
        </p:txBody>
      </p:sp>
      <p:sp>
        <p:nvSpPr>
          <p:cNvPr id="50" name="Card5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500000"/>
            <a:ext cx="17373600" cy="1200000"/>
          </a:xfrm>
          <a:prstGeom prst="roundRect">
            <a:avLst/>
          </a:prstGeom>
          <a:solidFill>
            <a:srgbClr val="122B44"/>
          </a:solidFill>
          <a:ln w="25400">
            <a:solidFill>
              <a:srgbClr val="285A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ard5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500000"/>
            <a:ext cx="76200" cy="1200000"/>
          </a:xfrm>
          <a:prstGeom prst="roundRect">
            <a:avLst/>
          </a:prstGeom>
          <a:solidFill>
            <a:srgbClr val="1A5C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5Text"/>
          <p:cNvSpPr txBox="1"/>
          <p:nvPr/>
        </p:nvSpPr>
        <p:spPr>
          <a:xfrm>
            <a:off x="700000" y="7530000"/>
            <a:ext cx="17100000" cy="114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ptos" panose="02110004020202020204"/>
              </a:rPr>
              <a:t>Report Rebind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  </a:t>
            </a:r>
          </a:p>
          <a:p>
            <a:r>
              <a:rPr lang="en-US" sz="3600" dirty="0">
                <a:solidFill>
                  <a:srgbClr val="C8D2DC"/>
                </a:solidFill>
                <a:latin typeface="Aptos" panose="02110004020202020204"/>
              </a:rPr>
              <a:t>	</a:t>
            </a:r>
            <a:r>
              <a:rPr lang="en-US" sz="3600" b="0" dirty="0">
                <a:solidFill>
                  <a:srgbClr val="C8D2DC"/>
                </a:solidFill>
                <a:latin typeface="Aptos" panose="02110004020202020204"/>
              </a:rPr>
              <a:t>—  Retarget reports to a new semantic model across an entire workspace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457200" y="8900000"/>
            <a:ext cx="17373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rgbClr val="C8D2DC"/>
                </a:solidFill>
                <a:latin typeface="Aptos" panose="02110004020202020204"/>
              </a:rPr>
              <a:t>github.com/microsoft/semantic-link-labs  </a:t>
            </a:r>
            <a:r>
              <a:rPr lang="en-US" sz="2000" b="0" dirty="0">
                <a:solidFill>
                  <a:srgbClr val="50AAFF"/>
                </a:solidFill>
                <a:latin typeface="Aptos" panose="02110004020202020204"/>
              </a:rPr>
              <a:t>→  notebooks/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05A4-CBF2-5DFF-6C38-B50EA4D8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A480-6A63-6963-7852-3D9794B328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3594830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1A982-B3DA-EEBD-F923-D277796EC7BE}"/>
              </a:ext>
            </a:extLst>
          </p:cNvPr>
          <p:cNvSpPr txBox="1"/>
          <p:nvPr/>
        </p:nvSpPr>
        <p:spPr>
          <a:xfrm>
            <a:off x="263769" y="2873327"/>
            <a:ext cx="177604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Run BPA + VertiPaq + dependency scan on one of your own models this week</a:t>
            </a:r>
            <a:endParaRPr lang="en-US" sz="4000" dirty="0">
              <a:solidFill>
                <a:srgbClr val="C8D2DC"/>
              </a:solidFill>
            </a:endParaRPr>
          </a:p>
          <a:p>
            <a:pPr marL="571500" indent="-5715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endParaRPr sz="4000" dirty="0">
              <a:solidFill>
                <a:srgbClr val="C8D2DC"/>
              </a:solidFill>
            </a:endParaRPr>
          </a:p>
          <a:p>
            <a:pPr marL="571500" indent="-5715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Create a case notebook template your team can run without you</a:t>
            </a:r>
            <a:endParaRPr lang="en-US" sz="4000" dirty="0">
              <a:solidFill>
                <a:srgbClr val="C8D2DC"/>
              </a:solidFill>
            </a:endParaRPr>
          </a:p>
          <a:p>
            <a:pPr marL="571500" indent="-5715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endParaRPr sz="4000" dirty="0">
              <a:solidFill>
                <a:srgbClr val="C8D2DC"/>
              </a:solidFill>
            </a:endParaRPr>
          </a:p>
          <a:p>
            <a:pPr marL="571500" indent="-571500">
              <a:buClr>
                <a:srgbClr val="2AAC94"/>
              </a:buClr>
              <a:buFont typeface="Wingdings" panose="05000000000000000000" pitchFamily="2" charset="2"/>
              <a:buChar char="§"/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Schedule run_model_bpa_bulk() — make governance automatic</a:t>
            </a:r>
          </a:p>
        </p:txBody>
      </p:sp>
    </p:spTree>
    <p:extLst>
      <p:ext uri="{BB962C8B-B14F-4D97-AF65-F5344CB8AC3E}">
        <p14:creationId xmlns:p14="http://schemas.microsoft.com/office/powerpoint/2010/main" val="416733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22960" y="594360"/>
            <a:ext cx="3161250" cy="80021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0" b="1">
                <a:solidFill>
                  <a:srgbClr val="FFFFFF"/>
                </a:solidFill>
              </a:defRPr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732788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C8D2DC"/>
                </a:solidFill>
              </a:defRPr>
            </a:pPr>
            <a:r>
              <a:rPr lang="en-US" sz="4000" dirty="0">
                <a:solidFill>
                  <a:srgbClr val="C8D2DC"/>
                </a:solidFill>
              </a:rPr>
              <a:t>Semantic Link</a:t>
            </a:r>
          </a:p>
          <a:p>
            <a:pPr>
              <a:defRPr sz="2600">
                <a:solidFill>
                  <a:srgbClr val="C8D2DC"/>
                </a:solidFill>
              </a:defRPr>
            </a:pPr>
            <a:r>
              <a:rPr lang="en-US" sz="4000" dirty="0">
                <a:solidFill>
                  <a:srgbClr val="C8D2DC"/>
                </a:solidFill>
              </a:rPr>
              <a:t>https://learn.microsoft.com/en-us/fabric/data-science/semantic-link-overview</a:t>
            </a:r>
          </a:p>
          <a:p>
            <a:pPr>
              <a:defRPr sz="2600">
                <a:solidFill>
                  <a:srgbClr val="C8D2DC"/>
                </a:solidFill>
              </a:defRPr>
            </a:pPr>
            <a:endParaRPr lang="en-US" sz="4000" dirty="0">
              <a:solidFill>
                <a:srgbClr val="C8D2DC"/>
              </a:solidFill>
            </a:endParaRPr>
          </a:p>
          <a:p>
            <a:pPr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Semantic Link Labs  </a:t>
            </a:r>
            <a:endParaRPr lang="en-US" sz="4000" dirty="0">
              <a:solidFill>
                <a:srgbClr val="C8D2DC"/>
              </a:solidFill>
            </a:endParaRPr>
          </a:p>
          <a:p>
            <a:pPr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github.com/microsoft/semantic-link-labs</a:t>
            </a:r>
          </a:p>
          <a:p>
            <a:pPr>
              <a:defRPr sz="2600">
                <a:solidFill>
                  <a:srgbClr val="C8D2DC"/>
                </a:solidFill>
              </a:defRPr>
            </a:pPr>
            <a:endParaRPr lang="en-US" sz="4000" dirty="0">
              <a:solidFill>
                <a:srgbClr val="C8D2DC"/>
              </a:solidFill>
            </a:endParaRPr>
          </a:p>
          <a:p>
            <a:pPr>
              <a:defRPr sz="2600">
                <a:solidFill>
                  <a:srgbClr val="C8D2DC"/>
                </a:solidFill>
              </a:defRPr>
            </a:pPr>
            <a:r>
              <a:rPr sz="4000" dirty="0">
                <a:solidFill>
                  <a:srgbClr val="C8D2DC"/>
                </a:solidFill>
              </a:rPr>
              <a:t>Session materials (slides + notebooks) github.com/thedaxshepherd/Presentations</a:t>
            </a:r>
          </a:p>
          <a:p>
            <a:pPr>
              <a:defRPr sz="2600">
                <a:solidFill>
                  <a:srgbClr val="C8D2DC"/>
                </a:solidFill>
              </a:defRPr>
            </a:pPr>
            <a:endParaRPr sz="4000" dirty="0">
              <a:solidFill>
                <a:srgbClr val="C8D2DC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1B24-36FF-B3A9-2B82-7F791855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3F4ADD-D8B1-4BF8-F938-2FE403EA7F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464024" y="535907"/>
            <a:ext cx="15408322" cy="286232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Sound off.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mic is all yours.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Influence the product roadmap. </a:t>
            </a:r>
          </a:p>
        </p:txBody>
      </p:sp>
      <p:pic>
        <p:nvPicPr>
          <p:cNvPr id="4" name="Picture 3" descr="Fabric Icon">
            <a:extLst>
              <a:ext uri="{FF2B5EF4-FFF2-40B4-BE49-F238E27FC236}">
                <a16:creationId xmlns:a16="http://schemas.microsoft.com/office/drawing/2014/main" id="{D2307227-FE5D-A7AC-3759-18EDB6955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324" y="4260793"/>
            <a:ext cx="1707548" cy="1707548"/>
          </a:xfrm>
          <a:prstGeom prst="rect">
            <a:avLst/>
          </a:prstGeom>
        </p:spPr>
      </p:pic>
      <p:pic>
        <p:nvPicPr>
          <p:cNvPr id="5" name="Picture 4" descr="SQLCon Icon">
            <a:extLst>
              <a:ext uri="{FF2B5EF4-FFF2-40B4-BE49-F238E27FC236}">
                <a16:creationId xmlns:a16="http://schemas.microsoft.com/office/drawing/2014/main" id="{60938E10-EAF2-4AF1-1603-1A98539E7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2337" y="3506625"/>
            <a:ext cx="3142397" cy="3142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D4CF6-DB08-C62C-942F-1EF6E5E7B6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2036" y="4875995"/>
            <a:ext cx="83729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ECDD"/>
                </a:solidFill>
              </a:rPr>
              <a:t>Join the Fabric User Panel </a:t>
            </a:r>
          </a:p>
          <a:p>
            <a:endParaRPr lang="en-US" sz="3600">
              <a:solidFill>
                <a:srgbClr val="C0ECDD"/>
              </a:solidFill>
            </a:endParaRPr>
          </a:p>
          <a:p>
            <a:r>
              <a:rPr lang="en-GB" sz="3600">
                <a:solidFill>
                  <a:srgbClr val="C0ECDD"/>
                </a:solidFill>
              </a:rPr>
              <a:t>Share your feedback directly with our Fabric product group and researchers. </a:t>
            </a:r>
          </a:p>
          <a:p>
            <a:endParaRPr lang="en-GB" sz="3600">
              <a:solidFill>
                <a:srgbClr val="C0ECDD"/>
              </a:solidFill>
            </a:endParaRPr>
          </a:p>
          <a:p>
            <a:r>
              <a:rPr lang="en-GB" sz="3600">
                <a:solidFill>
                  <a:srgbClr val="C0ECDD"/>
                </a:solidFill>
              </a:rPr>
              <a:t>https://aka.ms/JoinFabricUserPanel</a:t>
            </a:r>
            <a:endParaRPr lang="en-US" sz="3600">
              <a:solidFill>
                <a:srgbClr val="C0ECD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3A2AD-585D-B13E-ECC3-3552787CDE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1" y="4875995"/>
            <a:ext cx="81067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Join the SQL User Panel</a:t>
            </a:r>
          </a:p>
          <a:p>
            <a:pPr lvl="0">
              <a:defRPr/>
            </a:pPr>
            <a:endParaRPr lang="en-GB" sz="3600">
              <a:solidFill>
                <a:srgbClr val="EBF3FB"/>
              </a:solidFill>
              <a:cs typeface="Segoe UI Semibold"/>
            </a:endParaRPr>
          </a:p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Influence our SQL roadmap and ensure it meets your real-life needs</a:t>
            </a:r>
          </a:p>
          <a:p>
            <a:pPr lvl="0">
              <a:defRPr/>
            </a:pPr>
            <a:endParaRPr lang="en-GB" sz="3600">
              <a:solidFill>
                <a:srgbClr val="EBF3FB"/>
              </a:solidFill>
              <a:cs typeface="Segoe UI Semibold" panose="020B0702040204020203" pitchFamily="34" charset="0"/>
            </a:endParaRPr>
          </a:p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https://aka.ms/JoinSQLUserPanel</a:t>
            </a:r>
            <a:endParaRPr lang="en-US" sz="3600">
              <a:solidFill>
                <a:srgbClr val="EBF3FB"/>
              </a:solidFill>
              <a:cs typeface="Segoe UI Semibold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98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40BA4B-4029-FDD6-EAD6-11F096733D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57300" y="-1989137"/>
            <a:ext cx="15773400" cy="1989137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How was the Session</a:t>
            </a:r>
          </a:p>
        </p:txBody>
      </p:sp>
    </p:spTree>
    <p:extLst>
      <p:ext uri="{BB962C8B-B14F-4D97-AF65-F5344CB8AC3E}">
        <p14:creationId xmlns:p14="http://schemas.microsoft.com/office/powerpoint/2010/main" val="2506933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7828-0B83-D8F1-D5C3-14428CA587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57300" y="-2314782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Fabric Certifications</a:t>
            </a:r>
          </a:p>
        </p:txBody>
      </p:sp>
    </p:spTree>
    <p:extLst>
      <p:ext uri="{BB962C8B-B14F-4D97-AF65-F5344CB8AC3E}">
        <p14:creationId xmlns:p14="http://schemas.microsoft.com/office/powerpoint/2010/main" val="983597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34AD-49B1-8E5D-B3F0-BD81134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232CC-272A-AD20-28B8-1C9918EFA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8287543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6E424D-4557-9846-D8F5-4AC70253D1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9848" y="2092357"/>
            <a:ext cx="6858000" cy="80791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0B70-3D19-212F-BFF2-BED99F10E23E}"/>
              </a:ext>
            </a:extLst>
          </p:cNvPr>
          <p:cNvSpPr txBox="1"/>
          <p:nvPr/>
        </p:nvSpPr>
        <p:spPr>
          <a:xfrm>
            <a:off x="690063" y="6658299"/>
            <a:ext cx="5737725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Aptos"/>
              </a:rPr>
              <a:t>Jason Romans</a:t>
            </a:r>
          </a:p>
          <a:p>
            <a:r>
              <a:rPr lang="en-US" sz="3000" dirty="0">
                <a:solidFill>
                  <a:srgbClr val="FFFFFF"/>
                </a:solidFill>
                <a:latin typeface="Aptos"/>
              </a:rPr>
              <a:t>thedaxshepherd@gmail.com</a:t>
            </a:r>
            <a:r>
              <a:rPr sz="3000" dirty="0">
                <a:solidFill>
                  <a:srgbClr val="FFFFFF"/>
                </a:solidFill>
                <a:latin typeface="Aptos"/>
              </a:rPr>
              <a:t>
linkedin.com/in/</a:t>
            </a:r>
            <a:r>
              <a:rPr lang="en-US" sz="3000" dirty="0" err="1">
                <a:solidFill>
                  <a:srgbClr val="FFFFFF"/>
                </a:solidFill>
                <a:latin typeface="Aptos"/>
              </a:rPr>
              <a:t>jason</a:t>
            </a:r>
            <a:r>
              <a:rPr lang="en-US" sz="3000" dirty="0">
                <a:solidFill>
                  <a:srgbClr val="FFFFFF"/>
                </a:solidFill>
                <a:latin typeface="Aptos"/>
              </a:rPr>
              <a:t>-r-</a:t>
            </a:r>
            <a:r>
              <a:rPr lang="en-US" sz="3000" dirty="0" err="1">
                <a:solidFill>
                  <a:srgbClr val="FFFFFF"/>
                </a:solidFill>
                <a:latin typeface="Aptos"/>
              </a:rPr>
              <a:t>sql</a:t>
            </a:r>
            <a:r>
              <a:rPr lang="en-US" sz="3000" dirty="0">
                <a:solidFill>
                  <a:srgbClr val="FFFFFF"/>
                </a:solidFill>
                <a:latin typeface="Aptos"/>
              </a:rPr>
              <a:t>-jar/</a:t>
            </a:r>
            <a:r>
              <a:rPr sz="300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US" sz="3000" dirty="0">
                <a:solidFill>
                  <a:srgbClr val="FFFFFF"/>
                </a:solidFill>
                <a:latin typeface="Aptos"/>
              </a:rPr>
              <a:t>www.thedaxshepherd.com</a:t>
            </a:r>
            <a:endParaRPr sz="300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2" name="Picture 11" descr="The DAX Shepherd QR code">
            <a:extLst>
              <a:ext uri="{FF2B5EF4-FFF2-40B4-BE49-F238E27FC236}">
                <a16:creationId xmlns:a16="http://schemas.microsoft.com/office/drawing/2014/main" id="{3EECC750-A404-9134-EE1A-48ECE8C31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9009" y="2763392"/>
            <a:ext cx="5281580" cy="48757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3" name="Group 12" descr="The DAX Shepherd logo">
            <a:extLst>
              <a:ext uri="{FF2B5EF4-FFF2-40B4-BE49-F238E27FC236}">
                <a16:creationId xmlns:a16="http://schemas.microsoft.com/office/drawing/2014/main" id="{239714C2-FF6D-4EE8-8ED2-31B16F897429}"/>
              </a:ext>
            </a:extLst>
          </p:cNvPr>
          <p:cNvGrpSpPr/>
          <p:nvPr/>
        </p:nvGrpSpPr>
        <p:grpSpPr>
          <a:xfrm>
            <a:off x="690064" y="3784810"/>
            <a:ext cx="5496698" cy="2408177"/>
            <a:chOff x="947386" y="3132499"/>
            <a:chExt cx="3664465" cy="1605451"/>
          </a:xfrm>
        </p:grpSpPr>
        <p:pic>
          <p:nvPicPr>
            <p:cNvPr id="14" name="Picture 13" descr="A cartoon of a sheep  Description automatically generated">
              <a:extLst>
                <a:ext uri="{FF2B5EF4-FFF2-40B4-BE49-F238E27FC236}">
                  <a16:creationId xmlns:a16="http://schemas.microsoft.com/office/drawing/2014/main" id="{706F0395-5555-9D18-8FD1-39F4A79BA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306" y="3132499"/>
              <a:ext cx="1601735" cy="1020773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93DF5E-AD7A-E061-1C66-EB401F4C2E75}"/>
                </a:ext>
              </a:extLst>
            </p:cNvPr>
            <p:cNvSpPr/>
            <p:nvPr/>
          </p:nvSpPr>
          <p:spPr>
            <a:xfrm>
              <a:off x="947386" y="4091619"/>
              <a:ext cx="3664465" cy="646331"/>
            </a:xfrm>
            <a:prstGeom prst="rect">
              <a:avLst/>
            </a:prstGeom>
            <a:noFill/>
          </p:spPr>
          <p:txBody>
            <a:bodyPr wrap="square" lIns="137160" tIns="68580" rIns="137160" bIns="68580">
              <a:spAutoFit/>
            </a:bodyPr>
            <a:lstStyle/>
            <a:p>
              <a:pPr algn="ctr" defTabSz="1371600">
                <a:defRPr/>
              </a:pPr>
              <a:r>
                <a:rPr lang="en-US" sz="5400" b="1" dirty="0">
                  <a:ln w="12700">
                    <a:solidFill>
                      <a:srgbClr val="44546A">
                        <a:lumMod val="75000"/>
                      </a:srgbClr>
                    </a:solidFill>
                    <a:prstDash val="solid"/>
                  </a:ln>
                  <a:solidFill>
                    <a:srgbClr val="00B0F0"/>
                  </a:solidFill>
                  <a:latin typeface="Calibri" panose="020F0502020204030204"/>
                </a:rPr>
                <a:t>The Dax Shepherd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330A92-32B6-563F-BE9B-9BEE4D6F59AC}"/>
              </a:ext>
            </a:extLst>
          </p:cNvPr>
          <p:cNvSpPr txBox="1"/>
          <p:nvPr/>
        </p:nvSpPr>
        <p:spPr>
          <a:xfrm>
            <a:off x="9839009" y="1819923"/>
            <a:ext cx="5737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871242301"/>
      </p:ext>
    </p:extLst>
  </p:cSld>
  <p:clrMapOvr>
    <a:masterClrMapping/>
  </p:clrMapOvr>
</p:sld>
</file>

<file path=ppt/theme/theme1.xml><?xml version="1.0" encoding="utf-8"?>
<a:theme xmlns:a="http://schemas.openxmlformats.org/drawingml/2006/main" name="FABCON SQLCON 20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BCON " id="{AF055E3C-FC98-9E41-BD14-B0A0C99E9E3F}" vid="{5AE33E19-F4BC-1D4B-94DA-6040A5FD252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FABCON </Template>
  <TotalTime>1064</TotalTime>
  <Words>1887</Words>
  <Application>Microsoft Office PowerPoint</Application>
  <PresentationFormat>Custom</PresentationFormat>
  <Paragraphs>361</Paragraphs>
  <Slides>47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Verdana</vt:lpstr>
      <vt:lpstr>Wingdings</vt:lpstr>
      <vt:lpstr>Aptos Display</vt:lpstr>
      <vt:lpstr>Bebas Neue</vt:lpstr>
      <vt:lpstr>Aptos</vt:lpstr>
      <vt:lpstr>Montserrat</vt:lpstr>
      <vt:lpstr>Calibri</vt:lpstr>
      <vt:lpstr>Segoe UI</vt:lpstr>
      <vt:lpstr>Arial</vt:lpstr>
      <vt:lpstr>Segoe UI Semibold</vt:lpstr>
      <vt:lpstr>Montserrat Bold</vt:lpstr>
      <vt:lpstr>FABCON SQLCON 2026</vt:lpstr>
      <vt:lpstr>3_Custom Design</vt:lpstr>
      <vt:lpstr>2_Custom Design</vt:lpstr>
      <vt:lpstr>FabCon SQLCon</vt:lpstr>
      <vt:lpstr>Semantic Link Labs:  The Data Detective’s Toolkit</vt:lpstr>
      <vt:lpstr>Jason </vt:lpstr>
      <vt:lpstr>DOWNLOAD THIS PRESENTATION</vt:lpstr>
      <vt:lpstr>Standing on the Shoulders of Giants</vt:lpstr>
      <vt:lpstr>The Case for Semantic Link Labs</vt:lpstr>
      <vt:lpstr>Sound Familiar?</vt:lpstr>
      <vt:lpstr>Symptoms aren’t evidence — they’re just the first clue.</vt:lpstr>
      <vt:lpstr>Use the detective habit: Notice the detail that doesn’t fit Follow the trail of dependencies Prove it with evidence Turn investigation into prevention</vt:lpstr>
      <vt:lpstr>What You’ll Learn</vt:lpstr>
      <vt:lpstr>The Detective Method</vt:lpstr>
      <vt:lpstr>Detective’s Toolkit</vt:lpstr>
      <vt:lpstr>Semantic Link Labs</vt:lpstr>
      <vt:lpstr>Semantic Link + Semantic Link Labs</vt:lpstr>
      <vt:lpstr>Semantic Link</vt:lpstr>
      <vt:lpstr>Semantic Link Labs</vt:lpstr>
      <vt:lpstr>Installing in Microsoft Fabric</vt:lpstr>
      <vt:lpstr>Follow the Evidence</vt:lpstr>
      <vt:lpstr>Case File: The Unidentified Model</vt:lpstr>
      <vt:lpstr>Case File: The Relationship Web</vt:lpstr>
      <vt:lpstr>Case File: Running the Numbers</vt:lpstr>
      <vt:lpstr>DEMO TIME</vt:lpstr>
      <vt:lpstr>SOLVED</vt:lpstr>
      <vt:lpstr>Case File: Something Doesn't Add Up</vt:lpstr>
      <vt:lpstr>VICTIM: A Delta table just written to OneLake SYMPTOMS: • Table confirmed written in the notebook • Not visible in the SQL Analytics Endpoint</vt:lpstr>
      <vt:lpstr>Case File: The Witness Vanished</vt:lpstr>
      <vt:lpstr>DEMO TIME</vt:lpstr>
      <vt:lpstr>Case Board: Investigations 4-6</vt:lpstr>
      <vt:lpstr>Case File: The Workspace-Wide Sweep</vt:lpstr>
      <vt:lpstr>DEMO TIME</vt:lpstr>
      <vt:lpstr>Case File: The Report That Lied</vt:lpstr>
      <vt:lpstr>DEMO TIME</vt:lpstr>
      <vt:lpstr>Case File: The Profile</vt:lpstr>
      <vt:lpstr>DEMO TIME</vt:lpstr>
      <vt:lpstr>Build the Detective Agency</vt:lpstr>
      <vt:lpstr>From Detective to Detective Agency</vt:lpstr>
      <vt:lpstr>The Precinct Goes Automated</vt:lpstr>
      <vt:lpstr>DEMO TIME</vt:lpstr>
      <vt:lpstr>Case Closed</vt:lpstr>
      <vt:lpstr>Make investigations repeatable so you find issues before users do</vt:lpstr>
      <vt:lpstr>More from the Crime Lab</vt:lpstr>
      <vt:lpstr>Next Steps</vt:lpstr>
      <vt:lpstr>Resources</vt:lpstr>
      <vt:lpstr>Sound off.  The mic is all yours. Influence the product roadmap. </vt:lpstr>
      <vt:lpstr>How was the Session</vt:lpstr>
      <vt:lpstr>Fabric Certifications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40</cp:revision>
  <dcterms:created xsi:type="dcterms:W3CDTF">2026-03-05T19:56:32Z</dcterms:created>
  <dcterms:modified xsi:type="dcterms:W3CDTF">2026-03-23T00:32:38Z</dcterms:modified>
  <dc:identifier/>
</cp:coreProperties>
</file>