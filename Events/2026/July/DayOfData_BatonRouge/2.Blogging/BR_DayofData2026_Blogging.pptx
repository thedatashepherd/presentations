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  <p:sldMasterId id="2147483663" r:id="rId5"/>
    <p:sldMasterId id="2147483701" r:id="rId6"/>
  </p:sldMasterIdLst>
  <p:notesMasterIdLst>
    <p:notesMasterId r:id="rId36"/>
  </p:notesMasterIdLst>
  <p:handoutMasterIdLst>
    <p:handoutMasterId r:id="rId37"/>
  </p:handoutMasterIdLst>
  <p:sldIdLst>
    <p:sldId id="2147477915" r:id="rId7"/>
    <p:sldId id="2147477931" r:id="rId8"/>
    <p:sldId id="2147477754" r:id="rId9"/>
    <p:sldId id="2147477936" r:id="rId10"/>
    <p:sldId id="2147477937" r:id="rId11"/>
    <p:sldId id="2147477911" r:id="rId12"/>
    <p:sldId id="950" r:id="rId13"/>
    <p:sldId id="963" r:id="rId14"/>
    <p:sldId id="968" r:id="rId15"/>
    <p:sldId id="269" r:id="rId16"/>
    <p:sldId id="2147477938" r:id="rId17"/>
    <p:sldId id="961" r:id="rId18"/>
    <p:sldId id="2147477942" r:id="rId19"/>
    <p:sldId id="2147477934" r:id="rId20"/>
    <p:sldId id="2147477944" r:id="rId21"/>
    <p:sldId id="2147477948" r:id="rId22"/>
    <p:sldId id="2147477939" r:id="rId23"/>
    <p:sldId id="2147477945" r:id="rId24"/>
    <p:sldId id="962" r:id="rId25"/>
    <p:sldId id="2147477940" r:id="rId26"/>
    <p:sldId id="2147477946" r:id="rId27"/>
    <p:sldId id="2147477947" r:id="rId28"/>
    <p:sldId id="2147477918" r:id="rId29"/>
    <p:sldId id="2147477919" r:id="rId30"/>
    <p:sldId id="2147477941" r:id="rId31"/>
    <p:sldId id="2147477949" r:id="rId32"/>
    <p:sldId id="2147477920" r:id="rId33"/>
    <p:sldId id="2147477922" r:id="rId34"/>
    <p:sldId id="214747793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75E924B-BCA5-4E62-8287-E17D1BA6B735}">
          <p14:sldIdLst>
            <p14:sldId id="2147477915"/>
            <p14:sldId id="2147477931"/>
            <p14:sldId id="2147477754"/>
          </p14:sldIdLst>
        </p14:section>
        <p14:section name="Navigation" id="{CD137B3F-0F6B-4C64-B1D8-33575ECCE5DB}">
          <p14:sldIdLst>
            <p14:sldId id="2147477936"/>
          </p14:sldIdLst>
        </p14:section>
        <p14:section name="Personal" id="{72DAFCE0-3E1B-4E2C-A550-438F889F7F2D}">
          <p14:sldIdLst>
            <p14:sldId id="2147477937"/>
            <p14:sldId id="2147477911"/>
            <p14:sldId id="950"/>
            <p14:sldId id="963"/>
            <p14:sldId id="968"/>
            <p14:sldId id="269"/>
          </p14:sldIdLst>
        </p14:section>
        <p14:section name="Hosting" id="{AA982FD4-E145-4DA1-8EB0-375C9C5A5F73}">
          <p14:sldIdLst>
            <p14:sldId id="2147477938"/>
            <p14:sldId id="961"/>
            <p14:sldId id="2147477942"/>
            <p14:sldId id="2147477934"/>
            <p14:sldId id="2147477944"/>
            <p14:sldId id="2147477948"/>
          </p14:sldIdLst>
        </p14:section>
        <p14:section name="Topics" id="{C1DE3D49-0E67-4419-8B9D-D1CC7FB55645}">
          <p14:sldIdLst>
            <p14:sldId id="2147477939"/>
            <p14:sldId id="2147477945"/>
            <p14:sldId id="962"/>
          </p14:sldIdLst>
        </p14:section>
        <p14:section name="Benefits" id="{7B810716-29B9-4B9A-AE39-4094ED146527}">
          <p14:sldIdLst>
            <p14:sldId id="2147477940"/>
            <p14:sldId id="2147477946"/>
            <p14:sldId id="2147477947"/>
            <p14:sldId id="2147477918"/>
            <p14:sldId id="2147477919"/>
          </p14:sldIdLst>
        </p14:section>
        <p14:section name="Conclusion" id="{AB9479D7-B90A-46AF-9A70-245AC0BE0461}">
          <p14:sldIdLst>
            <p14:sldId id="2147477941"/>
            <p14:sldId id="2147477949"/>
            <p14:sldId id="2147477920"/>
            <p14:sldId id="2147477922"/>
            <p14:sldId id="21474779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F83690-7277-4881-B762-918B0CF97FF8}" v="28" dt="2026-07-17T20:38:10.7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72" y="59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viewProps" Target="view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microsoft.com/office/2016/11/relationships/changesInfo" Target="changesInfos/changesInfo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microsoft.com/office/2015/10/relationships/revisionInfo" Target="revisionInfo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Romans" userId="b1594dadafe83612" providerId="LiveId" clId="{CBB49B5A-BAC4-4EF9-90F7-6CF68F907A02}"/>
    <pc:docChg chg="undo custSel addSld delSld modSld sldOrd addMainMaster delMainMaster modSection">
      <pc:chgData name="Jason Romans" userId="b1594dadafe83612" providerId="LiveId" clId="{CBB49B5A-BAC4-4EF9-90F7-6CF68F907A02}" dt="2026-07-17T20:39:57.428" v="464"/>
      <pc:docMkLst>
        <pc:docMk/>
      </pc:docMkLst>
      <pc:sldChg chg="del">
        <pc:chgData name="Jason Romans" userId="b1594dadafe83612" providerId="LiveId" clId="{CBB49B5A-BAC4-4EF9-90F7-6CF68F907A02}" dt="2026-07-17T19:52:05.697" v="416"/>
        <pc:sldMkLst>
          <pc:docMk/>
          <pc:sldMk cId="1654255301" sldId="257"/>
        </pc:sldMkLst>
      </pc:sldChg>
      <pc:sldChg chg="del">
        <pc:chgData name="Jason Romans" userId="b1594dadafe83612" providerId="LiveId" clId="{CBB49B5A-BAC4-4EF9-90F7-6CF68F907A02}" dt="2026-07-17T20:14:05.414" v="440"/>
        <pc:sldMkLst>
          <pc:docMk/>
          <pc:sldMk cId="80445311" sldId="859"/>
        </pc:sldMkLst>
      </pc:sldChg>
      <pc:sldChg chg="del">
        <pc:chgData name="Jason Romans" userId="b1594dadafe83612" providerId="LiveId" clId="{CBB49B5A-BAC4-4EF9-90F7-6CF68F907A02}" dt="2026-07-17T20:14:21.139" v="444"/>
        <pc:sldMkLst>
          <pc:docMk/>
          <pc:sldMk cId="155630918" sldId="949"/>
        </pc:sldMkLst>
      </pc:sldChg>
      <pc:sldChg chg="del">
        <pc:chgData name="Jason Romans" userId="b1594dadafe83612" providerId="LiveId" clId="{CBB49B5A-BAC4-4EF9-90F7-6CF68F907A02}" dt="2026-07-17T20:14:10.059" v="442"/>
        <pc:sldMkLst>
          <pc:docMk/>
          <pc:sldMk cId="770866676" sldId="953"/>
        </pc:sldMkLst>
      </pc:sldChg>
      <pc:sldChg chg="del">
        <pc:chgData name="Jason Romans" userId="b1594dadafe83612" providerId="LiveId" clId="{CBB49B5A-BAC4-4EF9-90F7-6CF68F907A02}" dt="2026-07-17T20:14:24.897" v="446"/>
        <pc:sldMkLst>
          <pc:docMk/>
          <pc:sldMk cId="2213488694" sldId="967"/>
        </pc:sldMkLst>
      </pc:sldChg>
      <pc:sldChg chg="del">
        <pc:chgData name="Jason Romans" userId="b1594dadafe83612" providerId="LiveId" clId="{CBB49B5A-BAC4-4EF9-90F7-6CF68F907A02}" dt="2026-07-17T20:13:09.021" v="423"/>
        <pc:sldMkLst>
          <pc:docMk/>
          <pc:sldMk cId="3715566395" sldId="2147477904"/>
        </pc:sldMkLst>
      </pc:sldChg>
      <pc:sldChg chg="del">
        <pc:chgData name="Jason Romans" userId="b1594dadafe83612" providerId="LiveId" clId="{CBB49B5A-BAC4-4EF9-90F7-6CF68F907A02}" dt="2026-07-17T20:13:11.833" v="425"/>
        <pc:sldMkLst>
          <pc:docMk/>
          <pc:sldMk cId="470878380" sldId="2147477905"/>
        </pc:sldMkLst>
      </pc:sldChg>
      <pc:sldChg chg="del">
        <pc:chgData name="Jason Romans" userId="b1594dadafe83612" providerId="LiveId" clId="{CBB49B5A-BAC4-4EF9-90F7-6CF68F907A02}" dt="2026-07-17T20:13:14.647" v="427"/>
        <pc:sldMkLst>
          <pc:docMk/>
          <pc:sldMk cId="1120866745" sldId="2147477906"/>
        </pc:sldMkLst>
      </pc:sldChg>
      <pc:sldChg chg="del">
        <pc:chgData name="Jason Romans" userId="b1594dadafe83612" providerId="LiveId" clId="{CBB49B5A-BAC4-4EF9-90F7-6CF68F907A02}" dt="2026-07-17T20:13:22.172" v="429"/>
        <pc:sldMkLst>
          <pc:docMk/>
          <pc:sldMk cId="2397899436" sldId="2147477907"/>
        </pc:sldMkLst>
      </pc:sldChg>
      <pc:sldChg chg="del">
        <pc:chgData name="Jason Romans" userId="b1594dadafe83612" providerId="LiveId" clId="{CBB49B5A-BAC4-4EF9-90F7-6CF68F907A02}" dt="2026-07-17T20:13:25.013" v="431"/>
        <pc:sldMkLst>
          <pc:docMk/>
          <pc:sldMk cId="243423199" sldId="2147477908"/>
        </pc:sldMkLst>
      </pc:sldChg>
      <pc:sldChg chg="del">
        <pc:chgData name="Jason Romans" userId="b1594dadafe83612" providerId="LiveId" clId="{CBB49B5A-BAC4-4EF9-90F7-6CF68F907A02}" dt="2026-07-17T20:13:27.897" v="433"/>
        <pc:sldMkLst>
          <pc:docMk/>
          <pc:sldMk cId="2076062122" sldId="2147477909"/>
        </pc:sldMkLst>
      </pc:sldChg>
      <pc:sldChg chg="ord">
        <pc:chgData name="Jason Romans" userId="b1594dadafe83612" providerId="LiveId" clId="{CBB49B5A-BAC4-4EF9-90F7-6CF68F907A02}" dt="2026-07-17T20:28:46.853" v="450" actId="20578"/>
        <pc:sldMkLst>
          <pc:docMk/>
          <pc:sldMk cId="483343174" sldId="2147477911"/>
        </pc:sldMkLst>
      </pc:sldChg>
      <pc:sldChg chg="del">
        <pc:chgData name="Jason Romans" userId="b1594dadafe83612" providerId="LiveId" clId="{CBB49B5A-BAC4-4EF9-90F7-6CF68F907A02}" dt="2026-07-17T20:13:49.519" v="435"/>
        <pc:sldMkLst>
          <pc:docMk/>
          <pc:sldMk cId="2694119282" sldId="2147477914"/>
        </pc:sldMkLst>
      </pc:sldChg>
      <pc:sldChg chg="addSp delSp add mod modTransition">
        <pc:chgData name="Jason Romans" userId="b1594dadafe83612" providerId="LiveId" clId="{CBB49B5A-BAC4-4EF9-90F7-6CF68F907A02}" dt="2026-07-14T14:43:17.741" v="371" actId="22"/>
        <pc:sldMkLst>
          <pc:docMk/>
          <pc:sldMk cId="1366589735" sldId="2147477915"/>
        </pc:sldMkLst>
      </pc:sldChg>
      <pc:sldChg chg="del">
        <pc:chgData name="Jason Romans" userId="b1594dadafe83612" providerId="LiveId" clId="{CBB49B5A-BAC4-4EF9-90F7-6CF68F907A02}" dt="2026-07-17T20:13:54.488" v="437"/>
        <pc:sldMkLst>
          <pc:docMk/>
          <pc:sldMk cId="816055763" sldId="2147477923"/>
        </pc:sldMkLst>
      </pc:sldChg>
      <pc:sldChg chg="delSp modSp add mod">
        <pc:chgData name="Jason Romans" userId="b1594dadafe83612" providerId="LiveId" clId="{CBB49B5A-BAC4-4EF9-90F7-6CF68F907A02}" dt="2026-07-17T20:14:57.278" v="447"/>
        <pc:sldMkLst>
          <pc:docMk/>
          <pc:sldMk cId="3908996295" sldId="2147477930"/>
        </pc:sldMkLst>
        <pc:spChg chg="mod">
          <ac:chgData name="Jason Romans" userId="b1594dadafe83612" providerId="LiveId" clId="{CBB49B5A-BAC4-4EF9-90F7-6CF68F907A02}" dt="2026-07-17T20:14:57.278" v="447"/>
          <ac:spMkLst>
            <pc:docMk/>
            <pc:sldMk cId="3908996295" sldId="2147477930"/>
            <ac:spMk id="10" creationId="{12E83FDC-9D0E-86DD-9F52-7C1DBFB05A74}"/>
          </ac:spMkLst>
        </pc:spChg>
        <pc:picChg chg="mod">
          <ac:chgData name="Jason Romans" userId="b1594dadafe83612" providerId="LiveId" clId="{CBB49B5A-BAC4-4EF9-90F7-6CF68F907A02}" dt="2026-07-14T14:44:08.480" v="376" actId="14826"/>
          <ac:picMkLst>
            <pc:docMk/>
            <pc:sldMk cId="3908996295" sldId="2147477930"/>
            <ac:picMk id="20" creationId="{00000000-0000-0000-0000-000000000000}"/>
          </ac:picMkLst>
        </pc:picChg>
      </pc:sldChg>
      <pc:sldChg chg="add">
        <pc:chgData name="Jason Romans" userId="b1594dadafe83612" providerId="LiveId" clId="{CBB49B5A-BAC4-4EF9-90F7-6CF68F907A02}" dt="2026-07-14T14:43:27.160" v="372"/>
        <pc:sldMkLst>
          <pc:docMk/>
          <pc:sldMk cId="0" sldId="2147477931"/>
        </pc:sldMkLst>
      </pc:sldChg>
      <pc:sldChg chg="modSp add del mod ord modAnim">
        <pc:chgData name="Jason Romans" userId="b1594dadafe83612" providerId="LiveId" clId="{CBB49B5A-BAC4-4EF9-90F7-6CF68F907A02}" dt="2026-07-17T20:01:05.471" v="421"/>
        <pc:sldMkLst>
          <pc:docMk/>
          <pc:sldMk cId="631058671" sldId="2147477932"/>
        </pc:sldMkLst>
      </pc:sldChg>
      <pc:sldChg chg="modSp add del mod">
        <pc:chgData name="Jason Romans" userId="b1594dadafe83612" providerId="LiveId" clId="{CBB49B5A-BAC4-4EF9-90F7-6CF68F907A02}" dt="2026-07-17T19:53:45.352" v="419"/>
        <pc:sldMkLst>
          <pc:docMk/>
          <pc:sldMk cId="834878784" sldId="2147477933"/>
        </pc:sldMkLst>
        <pc:spChg chg="mod">
          <ac:chgData name="Jason Romans" userId="b1594dadafe83612" providerId="LiveId" clId="{CBB49B5A-BAC4-4EF9-90F7-6CF68F907A02}" dt="2026-07-17T19:52:05.719" v="417" actId="27636"/>
          <ac:spMkLst>
            <pc:docMk/>
            <pc:sldMk cId="834878784" sldId="2147477933"/>
            <ac:spMk id="14" creationId="{00000000-0000-0000-0000-000000000000}"/>
          </ac:spMkLst>
        </pc:spChg>
      </pc:sldChg>
      <pc:sldChg chg="add">
        <pc:chgData name="Jason Romans" userId="b1594dadafe83612" providerId="LiveId" clId="{CBB49B5A-BAC4-4EF9-90F7-6CF68F907A02}" dt="2026-07-17T19:53:45.344" v="418"/>
        <pc:sldMkLst>
          <pc:docMk/>
          <pc:sldMk cId="3522242224" sldId="2147477934"/>
        </pc:sldMkLst>
      </pc:sldChg>
      <pc:sldChg chg="add del addAnim delAnim modAnim">
        <pc:chgData name="Jason Romans" userId="b1594dadafe83612" providerId="LiveId" clId="{CBB49B5A-BAC4-4EF9-90F7-6CF68F907A02}" dt="2026-07-17T20:39:57.428" v="464"/>
        <pc:sldMkLst>
          <pc:docMk/>
          <pc:sldMk cId="1366111267" sldId="2147477935"/>
        </pc:sldMkLst>
      </pc:sldChg>
      <pc:sldChg chg="add ord">
        <pc:chgData name="Jason Romans" userId="b1594dadafe83612" providerId="LiveId" clId="{CBB49B5A-BAC4-4EF9-90F7-6CF68F907A02}" dt="2026-07-17T20:28:49.814" v="452" actId="20578"/>
        <pc:sldMkLst>
          <pc:docMk/>
          <pc:sldMk cId="2784984225" sldId="2147477936"/>
        </pc:sldMkLst>
      </pc:sldChg>
      <pc:sldChg chg="add ord">
        <pc:chgData name="Jason Romans" userId="b1594dadafe83612" providerId="LiveId" clId="{CBB49B5A-BAC4-4EF9-90F7-6CF68F907A02}" dt="2026-07-17T20:28:48.634" v="451" actId="20578"/>
        <pc:sldMkLst>
          <pc:docMk/>
          <pc:sldMk cId="2792435123" sldId="2147477937"/>
        </pc:sldMkLst>
      </pc:sldChg>
      <pc:sldChg chg="add ord">
        <pc:chgData name="Jason Romans" userId="b1594dadafe83612" providerId="LiveId" clId="{CBB49B5A-BAC4-4EF9-90F7-6CF68F907A02}" dt="2026-07-17T20:28:55.784" v="453" actId="20578"/>
        <pc:sldMkLst>
          <pc:docMk/>
          <pc:sldMk cId="3900000762" sldId="2147477938"/>
        </pc:sldMkLst>
      </pc:sldChg>
      <pc:sldChg chg="add ord">
        <pc:chgData name="Jason Romans" userId="b1594dadafe83612" providerId="LiveId" clId="{CBB49B5A-BAC4-4EF9-90F7-6CF68F907A02}" dt="2026-07-17T20:29:01.027" v="455" actId="20578"/>
        <pc:sldMkLst>
          <pc:docMk/>
          <pc:sldMk cId="951396955" sldId="2147477939"/>
        </pc:sldMkLst>
      </pc:sldChg>
      <pc:sldChg chg="add ord">
        <pc:chgData name="Jason Romans" userId="b1594dadafe83612" providerId="LiveId" clId="{CBB49B5A-BAC4-4EF9-90F7-6CF68F907A02}" dt="2026-07-17T20:29:07.488" v="458" actId="20578"/>
        <pc:sldMkLst>
          <pc:docMk/>
          <pc:sldMk cId="2290666518" sldId="2147477940"/>
        </pc:sldMkLst>
      </pc:sldChg>
      <pc:sldChg chg="add ord">
        <pc:chgData name="Jason Romans" userId="b1594dadafe83612" providerId="LiveId" clId="{CBB49B5A-BAC4-4EF9-90F7-6CF68F907A02}" dt="2026-07-17T20:29:09.701" v="459" actId="20578"/>
        <pc:sldMkLst>
          <pc:docMk/>
          <pc:sldMk cId="2955100698" sldId="2147477941"/>
        </pc:sldMkLst>
      </pc:sldChg>
      <pc:sldChg chg="add">
        <pc:chgData name="Jason Romans" userId="b1594dadafe83612" providerId="LiveId" clId="{CBB49B5A-BAC4-4EF9-90F7-6CF68F907A02}" dt="2026-07-17T20:13:49.513" v="434"/>
        <pc:sldMkLst>
          <pc:docMk/>
          <pc:sldMk cId="267329223" sldId="2147477942"/>
        </pc:sldMkLst>
      </pc:sldChg>
      <pc:sldChg chg="modSp add del mod">
        <pc:chgData name="Jason Romans" userId="b1594dadafe83612" providerId="LiveId" clId="{CBB49B5A-BAC4-4EF9-90F7-6CF68F907A02}" dt="2026-07-17T20:17:10.348" v="449"/>
        <pc:sldMkLst>
          <pc:docMk/>
          <pc:sldMk cId="3129831821" sldId="2147477943"/>
        </pc:sldMkLst>
        <pc:spChg chg="mod">
          <ac:chgData name="Jason Romans" userId="b1594dadafe83612" providerId="LiveId" clId="{CBB49B5A-BAC4-4EF9-90F7-6CF68F907A02}" dt="2026-07-17T20:13:54.499" v="438" actId="27636"/>
          <ac:spMkLst>
            <pc:docMk/>
            <pc:sldMk cId="3129831821" sldId="2147477943"/>
            <ac:spMk id="13" creationId="{D818721E-FA1B-89A1-7B4A-C2F45B2358D2}"/>
          </ac:spMkLst>
        </pc:spChg>
      </pc:sldChg>
      <pc:sldChg chg="add">
        <pc:chgData name="Jason Romans" userId="b1594dadafe83612" providerId="LiveId" clId="{CBB49B5A-BAC4-4EF9-90F7-6CF68F907A02}" dt="2026-07-17T20:14:05.411" v="439"/>
        <pc:sldMkLst>
          <pc:docMk/>
          <pc:sldMk cId="2906819564" sldId="2147477944"/>
        </pc:sldMkLst>
      </pc:sldChg>
      <pc:sldChg chg="add ord">
        <pc:chgData name="Jason Romans" userId="b1594dadafe83612" providerId="LiveId" clId="{CBB49B5A-BAC4-4EF9-90F7-6CF68F907A02}" dt="2026-07-17T20:28:59.957" v="454" actId="20578"/>
        <pc:sldMkLst>
          <pc:docMk/>
          <pc:sldMk cId="1897204176" sldId="2147477945"/>
        </pc:sldMkLst>
      </pc:sldChg>
      <pc:sldChg chg="add ord">
        <pc:chgData name="Jason Romans" userId="b1594dadafe83612" providerId="LiveId" clId="{CBB49B5A-BAC4-4EF9-90F7-6CF68F907A02}" dt="2026-07-17T20:29:06.169" v="457" actId="20578"/>
        <pc:sldMkLst>
          <pc:docMk/>
          <pc:sldMk cId="849664456" sldId="2147477946"/>
        </pc:sldMkLst>
      </pc:sldChg>
      <pc:sldChg chg="add ord">
        <pc:chgData name="Jason Romans" userId="b1594dadafe83612" providerId="LiveId" clId="{CBB49B5A-BAC4-4EF9-90F7-6CF68F907A02}" dt="2026-07-17T20:29:05.059" v="456" actId="20578"/>
        <pc:sldMkLst>
          <pc:docMk/>
          <pc:sldMk cId="4152860122" sldId="2147477947"/>
        </pc:sldMkLst>
      </pc:sldChg>
      <pc:sldChg chg="add">
        <pc:chgData name="Jason Romans" userId="b1594dadafe83612" providerId="LiveId" clId="{CBB49B5A-BAC4-4EF9-90F7-6CF68F907A02}" dt="2026-07-17T20:17:10.344" v="448"/>
        <pc:sldMkLst>
          <pc:docMk/>
          <pc:sldMk cId="3790121550" sldId="2147477948"/>
        </pc:sldMkLst>
      </pc:sldChg>
      <pc:sldChg chg="add">
        <pc:chgData name="Jason Romans" userId="b1594dadafe83612" providerId="LiveId" clId="{CBB49B5A-BAC4-4EF9-90F7-6CF68F907A02}" dt="2026-07-17T20:39:57.417" v="463"/>
        <pc:sldMkLst>
          <pc:docMk/>
          <pc:sldMk cId="3744862644" sldId="21474779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7/17/2026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7/17/2026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9F79D-AEA7-40C0-48C9-ADCE9FB6E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C0D7C-6646-B764-755F-E0F470A8CF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8D07D2-10FE-005E-CF21-BC2FE8B65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269C9-02BF-880A-5B5E-60A2FD0E3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AC36F6-552A-45C2-8C1E-50F55BEEFA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1247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49FEA-AED3-6E5F-9072-8ACA9E7DF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CAE61-E4F2-494B-E420-5E1C428D2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3FABC0-BA00-BAB9-2DDE-7E730B04C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22573-A49E-9D69-C2E2-61DBC163E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AC36F6-552A-45C2-8C1E-50F55BEEFA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7545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1ED18-3732-F03D-F082-6FE8A4EB6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654432-5E67-73AF-66E5-E681245D32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5755C2-621A-1593-4B90-27B6144A8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5C995-C868-A836-A5A3-1E6C7ECFE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AC36F6-552A-45C2-8C1E-50F55BEEFA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7080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9965F-37FC-7EC3-7643-10D7FA615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618B64-1AFF-9604-C8C8-F5CD3CE77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D2FF91-84DD-F62A-DE1B-8E41BF91E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87316-31B8-898E-6518-6BA2C843A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AC36F6-552A-45C2-8C1E-50F55BEEFA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680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ECE21-6345-0216-6BE4-EDC655ACB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9AFA12-1CA4-E9E1-E612-9F313375E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98693-62C6-DED9-15DA-DFE8AF177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1CB9E-0E31-070A-9BB6-86BAA463E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AC36F6-552A-45C2-8C1E-50F55BEEFA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9009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843B0-72E6-9E26-53F1-ACEC656B0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8CED5-AF7F-4476-B846-598898303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FF3B02-A0CF-DBB5-A9A9-34FF02FCD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6DE84-4167-EED6-6C30-94107C80E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AC36F6-552A-45C2-8C1E-50F55BEEFA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39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9006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387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686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1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33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35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05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16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188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6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925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93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7/17/2026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7/17/2026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7/17/2026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7/17/2026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7/17/2026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08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0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jp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opengridscheduler/22468805072/" TargetMode="External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press.com/" TargetMode="External"/><Relationship Id="rId2" Type="http://schemas.openxmlformats.org/officeDocument/2006/relationships/hyperlink" Target="https://www.red-gate.com/simple-talk/" TargetMode="Externa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stevekamb.com/the-unfortunate-uplifting-truth-about-creating-healthy-habits" TargetMode="External"/><Relationship Id="rId4" Type="http://schemas.openxmlformats.org/officeDocument/2006/relationships/hyperlink" Target="https://www.red-gate.com/simple-talk/opinion/editorials/dont-let-that-idea-get-away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/>
          <a:lstStyle/>
          <a:p>
            <a:r>
              <a:rPr lang="en-US" dirty="0"/>
              <a:t>Blogging: </a:t>
            </a:r>
            <a:br>
              <a:rPr lang="en-US" dirty="0"/>
            </a:br>
            <a:r>
              <a:rPr lang="en-US" dirty="0"/>
              <a:t>Lessons I Learned the Hard Way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Jason Romans</a:t>
            </a:r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665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</a:blip>
          <a:srcRect/>
          <a:stretch>
            <a:fillRect t="-27000" b="-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28016"/>
            <a:ext cx="12191695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lin Sans FB"/>
                <a:ea typeface="+mn-ea"/>
                <a:cs typeface="+mn-cs"/>
              </a:rPr>
              <a:t>Day of Data Baton Rouge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91072"/>
            <a:ext cx="12191695" cy="612648"/>
          </a:xfrm>
          <a:prstGeom prst="rect">
            <a:avLst/>
          </a:prstGeom>
          <a:solidFill>
            <a:srgbClr val="F7C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236208"/>
            <a:ext cx="12191695" cy="58521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0" normalizeH="0" baseline="0" noProof="0">
                <a:ln>
                  <a:noFill/>
                </a:ln>
                <a:solidFill>
                  <a:srgbClr val="013169"/>
                </a:solidFill>
                <a:effectLst/>
                <a:uLnTx/>
                <a:uFillTx/>
                <a:latin typeface="Berlin Sans FB"/>
                <a:ea typeface="+mn-ea"/>
                <a:cs typeface="+mn-cs"/>
              </a:rPr>
              <a:t>Thank You, Sponsors!</a:t>
            </a:r>
          </a:p>
        </p:txBody>
      </p:sp>
      <p:pic>
        <p:nvPicPr>
          <p:cNvPr id="6" name="Picture 5" descr="sponsor1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635991"/>
            <a:ext cx="1705813" cy="339898"/>
          </a:xfrm>
          <a:prstGeom prst="rect">
            <a:avLst/>
          </a:prstGeom>
        </p:spPr>
      </p:pic>
      <p:pic>
        <p:nvPicPr>
          <p:cNvPr id="7" name="Picture 6" descr="sponso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037" y="1409338"/>
            <a:ext cx="1705813" cy="793203"/>
          </a:xfrm>
          <a:prstGeom prst="rect">
            <a:avLst/>
          </a:prstGeom>
        </p:spPr>
      </p:pic>
      <p:pic>
        <p:nvPicPr>
          <p:cNvPr id="8" name="Picture 7" descr="sponsor3_cropp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0306" y="1441391"/>
            <a:ext cx="1705813" cy="729098"/>
          </a:xfrm>
          <a:prstGeom prst="rect">
            <a:avLst/>
          </a:prstGeom>
        </p:spPr>
      </p:pic>
      <p:pic>
        <p:nvPicPr>
          <p:cNvPr id="9" name="Picture 8" descr="sponsor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5576" y="1648152"/>
            <a:ext cx="1705813" cy="315575"/>
          </a:xfrm>
          <a:prstGeom prst="rect">
            <a:avLst/>
          </a:prstGeom>
        </p:spPr>
      </p:pic>
      <p:pic>
        <p:nvPicPr>
          <p:cNvPr id="10" name="Picture 9" descr="sponsor5_cropp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0845" y="1603375"/>
            <a:ext cx="1705813" cy="405131"/>
          </a:xfrm>
          <a:prstGeom prst="rect">
            <a:avLst/>
          </a:prstGeom>
        </p:spPr>
      </p:pic>
      <p:pic>
        <p:nvPicPr>
          <p:cNvPr id="11" name="Picture 10" descr="sponsor6_cropp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6114" y="1418686"/>
            <a:ext cx="1705813" cy="774509"/>
          </a:xfrm>
          <a:prstGeom prst="rect">
            <a:avLst/>
          </a:prstGeom>
        </p:spPr>
      </p:pic>
      <p:pic>
        <p:nvPicPr>
          <p:cNvPr id="12" name="Picture 11" descr="sponsor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" y="2613927"/>
            <a:ext cx="1705813" cy="852907"/>
          </a:xfrm>
          <a:prstGeom prst="rect">
            <a:avLst/>
          </a:prstGeom>
        </p:spPr>
      </p:pic>
      <p:pic>
        <p:nvPicPr>
          <p:cNvPr id="13" name="Picture 12" descr="sponsor8_cropp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22841" y="2532888"/>
            <a:ext cx="970205" cy="1014984"/>
          </a:xfrm>
          <a:prstGeom prst="rect">
            <a:avLst/>
          </a:prstGeom>
        </p:spPr>
      </p:pic>
      <p:pic>
        <p:nvPicPr>
          <p:cNvPr id="14" name="Picture 13" descr="sponsor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80306" y="2919907"/>
            <a:ext cx="1705813" cy="240946"/>
          </a:xfrm>
          <a:prstGeom prst="rect">
            <a:avLst/>
          </a:prstGeom>
        </p:spPr>
      </p:pic>
      <p:pic>
        <p:nvPicPr>
          <p:cNvPr id="15" name="Picture 14" descr="sponsor10_cropp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5576" y="2704735"/>
            <a:ext cx="1705813" cy="671290"/>
          </a:xfrm>
          <a:prstGeom prst="rect">
            <a:avLst/>
          </a:prstGeom>
        </p:spPr>
      </p:pic>
      <p:pic>
        <p:nvPicPr>
          <p:cNvPr id="16" name="Picture 15" descr="sponsor11_cropp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845" y="2623884"/>
            <a:ext cx="1705813" cy="832991"/>
          </a:xfrm>
          <a:prstGeom prst="rect">
            <a:avLst/>
          </a:prstGeom>
        </p:spPr>
      </p:pic>
      <p:pic>
        <p:nvPicPr>
          <p:cNvPr id="17" name="Picture 16" descr="sponsor12_cropp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86636" y="2532888"/>
            <a:ext cx="844769" cy="1014984"/>
          </a:xfrm>
          <a:prstGeom prst="rect">
            <a:avLst/>
          </a:prstGeom>
        </p:spPr>
      </p:pic>
      <p:pic>
        <p:nvPicPr>
          <p:cNvPr id="18" name="Picture 17" descr="sponsor13_cropp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9768" y="4119898"/>
            <a:ext cx="2090867" cy="309843"/>
          </a:xfrm>
          <a:prstGeom prst="rect">
            <a:avLst/>
          </a:prstGeom>
        </p:spPr>
      </p:pic>
      <p:pic>
        <p:nvPicPr>
          <p:cNvPr id="19" name="Picture 18" descr="sponsor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60536" y="3767328"/>
            <a:ext cx="1449977" cy="1014984"/>
          </a:xfrm>
          <a:prstGeom prst="rect">
            <a:avLst/>
          </a:prstGeom>
        </p:spPr>
      </p:pic>
      <p:pic>
        <p:nvPicPr>
          <p:cNvPr id="20" name="Picture 19" descr="sponsor15_cropp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50414" y="4098347"/>
            <a:ext cx="2090867" cy="352946"/>
          </a:xfrm>
          <a:prstGeom prst="rect">
            <a:avLst/>
          </a:prstGeom>
        </p:spPr>
      </p:pic>
      <p:pic>
        <p:nvPicPr>
          <p:cNvPr id="21" name="Picture 20" descr="sponsor16_cropp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60737" y="3946366"/>
            <a:ext cx="2090867" cy="656908"/>
          </a:xfrm>
          <a:prstGeom prst="rect">
            <a:avLst/>
          </a:prstGeom>
        </p:spPr>
      </p:pic>
      <p:pic>
        <p:nvPicPr>
          <p:cNvPr id="22" name="Picture 21" descr="sponsor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71060" y="4144141"/>
            <a:ext cx="2090867" cy="261358"/>
          </a:xfrm>
          <a:prstGeom prst="rect">
            <a:avLst/>
          </a:prstGeom>
        </p:spPr>
      </p:pic>
      <p:pic>
        <p:nvPicPr>
          <p:cNvPr id="23" name="Picture 22" descr="sponsor18_cropp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6974" y="5001768"/>
            <a:ext cx="1616456" cy="1014984"/>
          </a:xfrm>
          <a:prstGeom prst="rect">
            <a:avLst/>
          </a:prstGeom>
        </p:spPr>
      </p:pic>
      <p:pic>
        <p:nvPicPr>
          <p:cNvPr id="24" name="Picture 23" descr="sponsor19_cropp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40091" y="5170658"/>
            <a:ext cx="2090867" cy="677204"/>
          </a:xfrm>
          <a:prstGeom prst="rect">
            <a:avLst/>
          </a:prstGeom>
        </p:spPr>
      </p:pic>
      <p:pic>
        <p:nvPicPr>
          <p:cNvPr id="25" name="Picture 24" descr="sponsor20_cropp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01294" y="5001768"/>
            <a:ext cx="1589108" cy="1014984"/>
          </a:xfrm>
          <a:prstGeom prst="rect">
            <a:avLst/>
          </a:prstGeom>
        </p:spPr>
      </p:pic>
      <p:pic>
        <p:nvPicPr>
          <p:cNvPr id="26" name="Picture 25" descr="sponsor21_cropp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52622" y="5001768"/>
            <a:ext cx="1507097" cy="1014984"/>
          </a:xfrm>
          <a:prstGeom prst="rect">
            <a:avLst/>
          </a:prstGeom>
        </p:spPr>
      </p:pic>
      <p:pic>
        <p:nvPicPr>
          <p:cNvPr id="27" name="Picture 26" descr="sponsor22_cropp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71060" y="5309157"/>
            <a:ext cx="2090867" cy="4002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3014EA-1930-8272-8069-3DC647E76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54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2B520C-1C8E-D4B1-0ACA-1EEFEAD2F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551A5F6-9D63-B91C-2950-3AB4806EDA9A}"/>
              </a:ext>
            </a:extLst>
          </p:cNvPr>
          <p:cNvSpPr txBox="1">
            <a:spLocks/>
          </p:cNvSpPr>
          <p:nvPr/>
        </p:nvSpPr>
        <p:spPr>
          <a:xfrm>
            <a:off x="563312" y="121641"/>
            <a:ext cx="10560489" cy="605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Cambria"/>
                <a:ea typeface="+mj-ea"/>
                <a:cs typeface="+mj-cs"/>
              </a:rPr>
              <a:t>The Outline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8C1A94-73B3-0E1F-295C-2E1A9B4A794B}"/>
              </a:ext>
            </a:extLst>
          </p:cNvPr>
          <p:cNvCxnSpPr>
            <a:cxnSpLocks/>
          </p:cNvCxnSpPr>
          <p:nvPr/>
        </p:nvCxnSpPr>
        <p:spPr>
          <a:xfrm flipV="1">
            <a:off x="563312" y="691553"/>
            <a:ext cx="10227332" cy="22131"/>
          </a:xfrm>
          <a:prstGeom prst="line">
            <a:avLst/>
          </a:prstGeom>
          <a:ln w="76200" cap="rnd" cmpd="sng" algn="ctr">
            <a:solidFill>
              <a:srgbClr val="51484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C8EB801-683B-218F-E359-0ADD9E53C656}"/>
              </a:ext>
            </a:extLst>
          </p:cNvPr>
          <p:cNvCxnSpPr>
            <a:cxnSpLocks/>
          </p:cNvCxnSpPr>
          <p:nvPr/>
        </p:nvCxnSpPr>
        <p:spPr>
          <a:xfrm>
            <a:off x="563312" y="1777809"/>
            <a:ext cx="10224135" cy="0"/>
          </a:xfrm>
          <a:prstGeom prst="line">
            <a:avLst/>
          </a:prstGeom>
          <a:ln w="76200" cap="rnd" cmpd="sng" algn="ctr">
            <a:solidFill>
              <a:srgbClr val="51484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0E47211A-CA55-8C3F-38E3-830B81F1F56B}"/>
              </a:ext>
            </a:extLst>
          </p:cNvPr>
          <p:cNvSpPr/>
          <p:nvPr/>
        </p:nvSpPr>
        <p:spPr>
          <a:xfrm>
            <a:off x="5843556" y="1642776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19F780-B37F-FCA7-F643-A2EA1D3AFA2D}"/>
              </a:ext>
            </a:extLst>
          </p:cNvPr>
          <p:cNvSpPr/>
          <p:nvPr/>
        </p:nvSpPr>
        <p:spPr>
          <a:xfrm>
            <a:off x="1904533" y="1642776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B29BFEF-9044-77DB-98EB-6DAFA95D9FB9}"/>
              </a:ext>
            </a:extLst>
          </p:cNvPr>
          <p:cNvSpPr/>
          <p:nvPr/>
        </p:nvSpPr>
        <p:spPr>
          <a:xfrm>
            <a:off x="3829954" y="1620119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9CB8A37-EE8F-6A39-51FD-5730F2E42BC8}"/>
              </a:ext>
            </a:extLst>
          </p:cNvPr>
          <p:cNvSpPr/>
          <p:nvPr/>
        </p:nvSpPr>
        <p:spPr>
          <a:xfrm>
            <a:off x="10253397" y="1646131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2472D74-E785-0417-1446-CB991A0A007F}"/>
              </a:ext>
            </a:extLst>
          </p:cNvPr>
          <p:cNvSpPr/>
          <p:nvPr/>
        </p:nvSpPr>
        <p:spPr>
          <a:xfrm rot="306897">
            <a:off x="7949970" y="1659548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5C2CF0-2144-B323-9D6A-0F104885230C}"/>
              </a:ext>
            </a:extLst>
          </p:cNvPr>
          <p:cNvSpPr txBox="1"/>
          <p:nvPr/>
        </p:nvSpPr>
        <p:spPr>
          <a:xfrm>
            <a:off x="563312" y="2227631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/>
                </a:solidFill>
                <a:uLnTx/>
                <a:uFillTx/>
                <a:ea typeface="+mn-ea"/>
                <a:cs typeface="+mn-cs"/>
              </a:rPr>
              <a:t>1. Personal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327E29-F605-D4EE-C367-1CE0022AFF3D}"/>
              </a:ext>
            </a:extLst>
          </p:cNvPr>
          <p:cNvSpPr txBox="1"/>
          <p:nvPr/>
        </p:nvSpPr>
        <p:spPr>
          <a:xfrm>
            <a:off x="563312" y="3123881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/>
                </a:solidFill>
                <a:uLnTx/>
                <a:uFillTx/>
              </a:rPr>
              <a:t>2. </a:t>
            </a:r>
            <a:r>
              <a:rPr lang="en-US" sz="6000" b="1" dirty="0">
                <a:ln w="0"/>
                <a:solidFill>
                  <a:srgbClr val="222222"/>
                </a:solidFill>
              </a:rPr>
              <a:t>Hosting</a:t>
            </a:r>
            <a:endParaRPr kumimoji="0" lang="en-US" sz="6000" b="1" i="0" u="none" strike="noStrike" kern="1200" cap="none" spc="0" normalizeH="0" baseline="0" noProof="0" dirty="0">
              <a:ln w="0"/>
              <a:solidFill>
                <a:srgbClr val="222222"/>
              </a:solidFill>
              <a:uLnTx/>
              <a:uFillTx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D25365-AF2D-095A-A9A2-4EFD274B1A00}"/>
              </a:ext>
            </a:extLst>
          </p:cNvPr>
          <p:cNvSpPr txBox="1"/>
          <p:nvPr/>
        </p:nvSpPr>
        <p:spPr>
          <a:xfrm>
            <a:off x="563312" y="4026777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/>
                </a:solidFill>
                <a:uLnTx/>
                <a:uFillTx/>
                <a:ea typeface="+mn-ea"/>
                <a:cs typeface="+mn-cs"/>
              </a:rPr>
              <a:t>3.</a:t>
            </a:r>
            <a:r>
              <a:rPr kumimoji="0" lang="en-US" sz="6000" b="1" i="0" u="none" strike="noStrike" kern="1200" cap="none" spc="0" normalizeH="0" noProof="0" dirty="0">
                <a:ln w="0"/>
                <a:solidFill>
                  <a:srgbClr val="222222"/>
                </a:solidFill>
                <a:uLnTx/>
                <a:uFillTx/>
                <a:ea typeface="+mn-ea"/>
                <a:cs typeface="+mn-cs"/>
              </a:rPr>
              <a:t> Topics</a:t>
            </a:r>
            <a:endParaRPr kumimoji="0" lang="en-US" sz="6000" b="1" i="0" u="none" strike="noStrike" kern="1200" cap="none" spc="0" normalizeH="0" baseline="0" noProof="0" dirty="0">
              <a:ln w="0"/>
              <a:solidFill>
                <a:srgbClr val="222222"/>
              </a:solidFill>
              <a:uLnTx/>
              <a:uFillTx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12EDB7-31C8-5F90-AC6A-0BB0851C44F2}"/>
              </a:ext>
            </a:extLst>
          </p:cNvPr>
          <p:cNvSpPr txBox="1"/>
          <p:nvPr/>
        </p:nvSpPr>
        <p:spPr>
          <a:xfrm>
            <a:off x="563312" y="4898118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/>
                </a:solidFill>
                <a:uLnTx/>
                <a:uFillTx/>
                <a:ea typeface="+mn-ea"/>
                <a:cs typeface="+mn-cs"/>
              </a:rPr>
              <a:t>4. Benefits</a:t>
            </a:r>
            <a:r>
              <a:rPr kumimoji="0" lang="en-US" sz="6000" b="1" i="0" u="none" strike="noStrike" kern="1200" cap="none" spc="0" normalizeH="0" noProof="0" dirty="0">
                <a:ln w="0"/>
                <a:solidFill>
                  <a:srgbClr val="222222"/>
                </a:solidFill>
                <a:uLnTx/>
                <a:uFillTx/>
                <a:ea typeface="+mn-ea"/>
                <a:cs typeface="+mn-cs"/>
              </a:rPr>
              <a:t> </a:t>
            </a:r>
            <a:endParaRPr kumimoji="0" lang="en-US" sz="6000" b="1" i="0" u="none" strike="noStrike" kern="1200" cap="none" spc="0" normalizeH="0" baseline="0" noProof="0" dirty="0">
              <a:ln w="0"/>
              <a:solidFill>
                <a:srgbClr val="222222"/>
              </a:solidFill>
              <a:uLnTx/>
              <a:uFillTx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F5628C-11EE-77BB-AA0A-F668B2DCDF46}"/>
              </a:ext>
            </a:extLst>
          </p:cNvPr>
          <p:cNvSpPr txBox="1"/>
          <p:nvPr/>
        </p:nvSpPr>
        <p:spPr>
          <a:xfrm>
            <a:off x="563312" y="5821448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/>
                </a:solidFill>
                <a:uLnTx/>
                <a:uFillTx/>
                <a:ea typeface="+mn-ea"/>
                <a:cs typeface="+mn-cs"/>
              </a:rPr>
              <a:t>5. Conclusion</a:t>
            </a:r>
          </a:p>
        </p:txBody>
      </p:sp>
      <p:pic>
        <p:nvPicPr>
          <p:cNvPr id="12" name="Graphic 11" descr="Storytelling with solid fill">
            <a:extLst>
              <a:ext uri="{FF2B5EF4-FFF2-40B4-BE49-F238E27FC236}">
                <a16:creationId xmlns:a16="http://schemas.microsoft.com/office/drawing/2014/main" id="{97BBE430-69B9-B507-5B61-F585237B2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1142" y="1132894"/>
            <a:ext cx="631109" cy="631109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CC221374-036F-89D4-7843-D582B52B62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6509" y="1149514"/>
            <a:ext cx="1060574" cy="652661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5F466B3F-D368-FE6A-266D-04F982A6AA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61160" y="1149515"/>
            <a:ext cx="1060574" cy="652661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89254B3E-7F68-B4B4-DD4B-E296E2F6D7F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0528" y="1149514"/>
            <a:ext cx="1060574" cy="65266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FB705C0E-C5F3-A996-6036-B7C414954DC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49009" y="1149514"/>
            <a:ext cx="1060574" cy="6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984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5" grpId="0" animBg="1"/>
      <p:bldP spid="26" grpId="0"/>
      <p:bldP spid="27" grpId="0"/>
      <p:bldP spid="28" grpId="0"/>
      <p:bldP spid="29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D6414-94F5-9F48-6DA4-E49FF80D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95CFEB-159A-4060-28EC-0058D093C9D6}"/>
              </a:ext>
            </a:extLst>
          </p:cNvPr>
          <p:cNvSpPr txBox="1">
            <a:spLocks/>
          </p:cNvSpPr>
          <p:nvPr/>
        </p:nvSpPr>
        <p:spPr>
          <a:xfrm>
            <a:off x="563312" y="121641"/>
            <a:ext cx="10560489" cy="605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Cambria"/>
                <a:ea typeface="+mj-ea"/>
                <a:cs typeface="+mj-cs"/>
              </a:rPr>
              <a:t>The Outline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21B0E0-195C-32D3-EF6A-12A74CCC2C52}"/>
              </a:ext>
            </a:extLst>
          </p:cNvPr>
          <p:cNvCxnSpPr>
            <a:cxnSpLocks/>
          </p:cNvCxnSpPr>
          <p:nvPr/>
        </p:nvCxnSpPr>
        <p:spPr>
          <a:xfrm flipV="1">
            <a:off x="563312" y="691553"/>
            <a:ext cx="10227332" cy="22131"/>
          </a:xfrm>
          <a:prstGeom prst="line">
            <a:avLst/>
          </a:prstGeom>
          <a:ln w="76200" cap="rnd" cmpd="sng" algn="ctr">
            <a:solidFill>
              <a:srgbClr val="51484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2FBCF6-A7E0-037A-474B-D45DA1D5CA6B}"/>
              </a:ext>
            </a:extLst>
          </p:cNvPr>
          <p:cNvCxnSpPr>
            <a:cxnSpLocks/>
          </p:cNvCxnSpPr>
          <p:nvPr/>
        </p:nvCxnSpPr>
        <p:spPr>
          <a:xfrm>
            <a:off x="563312" y="1777809"/>
            <a:ext cx="10224135" cy="0"/>
          </a:xfrm>
          <a:prstGeom prst="line">
            <a:avLst/>
          </a:prstGeom>
          <a:ln w="76200" cap="rnd" cmpd="sng" algn="ctr">
            <a:solidFill>
              <a:srgbClr val="51484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75962D4-FC72-8FB4-2CB5-302353167446}"/>
              </a:ext>
            </a:extLst>
          </p:cNvPr>
          <p:cNvSpPr/>
          <p:nvPr/>
        </p:nvSpPr>
        <p:spPr>
          <a:xfrm>
            <a:off x="5843556" y="1642776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3754F63-B8A7-5CC5-0936-EE9574D07FEF}"/>
              </a:ext>
            </a:extLst>
          </p:cNvPr>
          <p:cNvSpPr/>
          <p:nvPr/>
        </p:nvSpPr>
        <p:spPr>
          <a:xfrm>
            <a:off x="1904533" y="1642776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BF7016-EE7F-A8DA-2E4A-F10D0B03B453}"/>
              </a:ext>
            </a:extLst>
          </p:cNvPr>
          <p:cNvSpPr/>
          <p:nvPr/>
        </p:nvSpPr>
        <p:spPr>
          <a:xfrm>
            <a:off x="3829954" y="1620119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AFB71DD-4913-DD39-A8A0-F54407FA0118}"/>
              </a:ext>
            </a:extLst>
          </p:cNvPr>
          <p:cNvSpPr/>
          <p:nvPr/>
        </p:nvSpPr>
        <p:spPr>
          <a:xfrm>
            <a:off x="10253397" y="1646131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A9AF666-3CE5-C689-1EB0-E8034AFF75F8}"/>
              </a:ext>
            </a:extLst>
          </p:cNvPr>
          <p:cNvSpPr/>
          <p:nvPr/>
        </p:nvSpPr>
        <p:spPr>
          <a:xfrm rot="306897">
            <a:off x="7949970" y="1659548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CA751C-A0FB-D852-F133-868B295130E9}"/>
              </a:ext>
            </a:extLst>
          </p:cNvPr>
          <p:cNvSpPr txBox="1"/>
          <p:nvPr/>
        </p:nvSpPr>
        <p:spPr>
          <a:xfrm>
            <a:off x="563312" y="2227631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/>
                </a:solidFill>
                <a:uLnTx/>
                <a:uFillTx/>
                <a:ea typeface="+mn-ea"/>
                <a:cs typeface="+mn-cs"/>
              </a:rPr>
              <a:t>1. Personal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D3D22E-1630-CC15-49EE-53A9799FA7C4}"/>
              </a:ext>
            </a:extLst>
          </p:cNvPr>
          <p:cNvSpPr txBox="1"/>
          <p:nvPr/>
        </p:nvSpPr>
        <p:spPr>
          <a:xfrm>
            <a:off x="563312" y="3123881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</a:rPr>
              <a:t>2. </a:t>
            </a:r>
            <a:r>
              <a:rPr lang="en-US" sz="6000" b="1" dirty="0">
                <a:ln w="0"/>
                <a:solidFill>
                  <a:srgbClr val="222222">
                    <a:alpha val="10000"/>
                  </a:srgbClr>
                </a:solidFill>
              </a:rPr>
              <a:t>Hosting</a:t>
            </a:r>
            <a:endParaRPr kumimoji="0" lang="en-US" sz="6000" b="1" i="0" u="none" strike="noStrike" kern="1200" cap="none" spc="0" normalizeH="0" baseline="0" noProof="0" dirty="0">
              <a:ln w="0"/>
              <a:solidFill>
                <a:srgbClr val="222222">
                  <a:alpha val="10000"/>
                </a:srgbClr>
              </a:solidFill>
              <a:uLnTx/>
              <a:uFillTx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AD1CE3-BA28-780B-F6E7-2434E3F6D3FB}"/>
              </a:ext>
            </a:extLst>
          </p:cNvPr>
          <p:cNvSpPr txBox="1"/>
          <p:nvPr/>
        </p:nvSpPr>
        <p:spPr>
          <a:xfrm>
            <a:off x="563312" y="4026777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3.</a:t>
            </a:r>
            <a:r>
              <a:rPr kumimoji="0" lang="en-US" sz="6000" b="1" i="0" u="none" strike="noStrike" kern="1200" cap="none" spc="0" normalizeH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 Topics</a:t>
            </a:r>
            <a:endParaRPr kumimoji="0" lang="en-US" sz="6000" b="1" i="0" u="none" strike="noStrike" kern="1200" cap="none" spc="0" normalizeH="0" baseline="0" noProof="0" dirty="0">
              <a:ln w="0"/>
              <a:solidFill>
                <a:srgbClr val="222222">
                  <a:alpha val="10000"/>
                </a:srgbClr>
              </a:solidFill>
              <a:uLnTx/>
              <a:uFillTx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42FE1D-068E-187D-6C44-A3CA7A7410DF}"/>
              </a:ext>
            </a:extLst>
          </p:cNvPr>
          <p:cNvSpPr txBox="1"/>
          <p:nvPr/>
        </p:nvSpPr>
        <p:spPr>
          <a:xfrm>
            <a:off x="563312" y="4898118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4. Benefits</a:t>
            </a:r>
            <a:r>
              <a:rPr kumimoji="0" lang="en-US" sz="6000" b="1" i="0" u="none" strike="noStrike" kern="1200" cap="none" spc="0" normalizeH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 </a:t>
            </a:r>
            <a:endParaRPr kumimoji="0" lang="en-US" sz="6000" b="1" i="0" u="none" strike="noStrike" kern="1200" cap="none" spc="0" normalizeH="0" baseline="0" noProof="0" dirty="0">
              <a:ln w="0"/>
              <a:solidFill>
                <a:srgbClr val="222222">
                  <a:alpha val="10000"/>
                </a:srgbClr>
              </a:solidFill>
              <a:uLnTx/>
              <a:uFillTx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284C4D-154F-EB9F-D979-E5A30F67C9D9}"/>
              </a:ext>
            </a:extLst>
          </p:cNvPr>
          <p:cNvSpPr txBox="1"/>
          <p:nvPr/>
        </p:nvSpPr>
        <p:spPr>
          <a:xfrm>
            <a:off x="563312" y="5821448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5. Conclusion</a:t>
            </a:r>
          </a:p>
        </p:txBody>
      </p:sp>
      <p:pic>
        <p:nvPicPr>
          <p:cNvPr id="12" name="Graphic 11" descr="Storytelling with solid fill">
            <a:extLst>
              <a:ext uri="{FF2B5EF4-FFF2-40B4-BE49-F238E27FC236}">
                <a16:creationId xmlns:a16="http://schemas.microsoft.com/office/drawing/2014/main" id="{5C1388B0-4636-AE7B-6EBA-F483AC4C6304}"/>
              </a:ext>
            </a:extLst>
          </p:cNvPr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1142" y="1132894"/>
            <a:ext cx="631109" cy="631109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6FCF66E8-A1CA-6C6B-8293-FAEBB1711C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6509" y="1149514"/>
            <a:ext cx="1060574" cy="652661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6EC7EC6E-FA6B-632F-A4A0-C89D17473F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61160" y="1149515"/>
            <a:ext cx="1060574" cy="652661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70E41E6A-5464-97B8-1D35-763563B2FA7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0528" y="1149514"/>
            <a:ext cx="1060574" cy="65266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A1B856F2-66FE-0BBA-16C6-706E0A4CD2C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49009" y="1149514"/>
            <a:ext cx="1060574" cy="6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435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91E0C-96AE-7234-24F9-8FE9E62C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Did you know?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8B666-24F7-A05A-E4D5-0B2E36E19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I worked with:</a:t>
            </a:r>
          </a:p>
          <a:p>
            <a:pPr lvl="1"/>
            <a:endParaRPr lang="en-US" sz="4000" dirty="0"/>
          </a:p>
          <a:p>
            <a:pPr lvl="1"/>
            <a:r>
              <a:rPr lang="en-US" sz="4000" dirty="0"/>
              <a:t>SQL Server Integration Services</a:t>
            </a:r>
          </a:p>
          <a:p>
            <a:pPr lvl="1"/>
            <a:endParaRPr lang="en-US" sz="4000" dirty="0"/>
          </a:p>
          <a:p>
            <a:pPr lvl="1"/>
            <a:r>
              <a:rPr lang="en-US" sz="4000" dirty="0"/>
              <a:t>BIML</a:t>
            </a:r>
          </a:p>
          <a:p>
            <a:pPr lvl="1"/>
            <a:endParaRPr lang="en-US" sz="4000" dirty="0"/>
          </a:p>
          <a:p>
            <a:pPr lvl="1"/>
            <a:r>
              <a:rPr lang="en-US" sz="4000" dirty="0"/>
              <a:t>SQL Server Analysis Services Tabular</a:t>
            </a:r>
          </a:p>
        </p:txBody>
      </p:sp>
    </p:spTree>
    <p:extLst>
      <p:ext uri="{BB962C8B-B14F-4D97-AF65-F5344CB8AC3E}">
        <p14:creationId xmlns:p14="http://schemas.microsoft.com/office/powerpoint/2010/main" val="48334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Know yourself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5400" dirty="0"/>
              <a:t> I Researched Linux distributions </a:t>
            </a:r>
          </a:p>
          <a:p>
            <a:pPr lvl="1"/>
            <a:r>
              <a:rPr lang="en-US" sz="5400" dirty="0"/>
              <a:t> Time not spent learning Linux</a:t>
            </a:r>
          </a:p>
          <a:p>
            <a:r>
              <a:rPr lang="en-US" sz="5400" dirty="0"/>
              <a:t> We are tech people</a:t>
            </a:r>
          </a:p>
          <a:p>
            <a:r>
              <a:rPr lang="en-US" sz="5400" dirty="0"/>
              <a:t> Want to research and optimize</a:t>
            </a:r>
          </a:p>
          <a:p>
            <a:r>
              <a:rPr lang="en-US" sz="5400" dirty="0"/>
              <a:t> Don’t need the perfect plan</a:t>
            </a:r>
          </a:p>
          <a:p>
            <a:pPr lvl="1"/>
            <a:r>
              <a:rPr lang="en-US" sz="5000" dirty="0"/>
              <a:t> Guy(s) in the Cube</a:t>
            </a:r>
          </a:p>
        </p:txBody>
      </p:sp>
    </p:spTree>
    <p:extLst>
      <p:ext uri="{BB962C8B-B14F-4D97-AF65-F5344CB8AC3E}">
        <p14:creationId xmlns:p14="http://schemas.microsoft.com/office/powerpoint/2010/main" val="68017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Syntax Highlighting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 How much DAX am I writing?</a:t>
            </a:r>
          </a:p>
          <a:p>
            <a:r>
              <a:rPr lang="en-US" sz="5400" dirty="0"/>
              <a:t> What if most of my examples are screenshots? </a:t>
            </a:r>
          </a:p>
        </p:txBody>
      </p:sp>
    </p:spTree>
    <p:extLst>
      <p:ext uri="{BB962C8B-B14F-4D97-AF65-F5344CB8AC3E}">
        <p14:creationId xmlns:p14="http://schemas.microsoft.com/office/powerpoint/2010/main" val="374452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A2A42B-A797-1E8A-37BB-088F04B7C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PBIDAX.WORDPRESS.COM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424BBAE-B411-BF3F-983D-C3C9DDDC8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99" y="1173162"/>
            <a:ext cx="9399566" cy="509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276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Theme (UI)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 Doesn’t matter if the pages are blank</a:t>
            </a:r>
          </a:p>
          <a:p>
            <a:r>
              <a:rPr lang="en-US" sz="6000" dirty="0"/>
              <a:t> People may read on mobile</a:t>
            </a:r>
          </a:p>
        </p:txBody>
      </p:sp>
    </p:spTree>
    <p:extLst>
      <p:ext uri="{BB962C8B-B14F-4D97-AF65-F5344CB8AC3E}">
        <p14:creationId xmlns:p14="http://schemas.microsoft.com/office/powerpoint/2010/main" val="2654055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E77011-42A0-E9E7-FDB3-B5A904008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E7FC3A3-82C3-C438-C5B3-F2C020BD3288}"/>
              </a:ext>
            </a:extLst>
          </p:cNvPr>
          <p:cNvSpPr txBox="1">
            <a:spLocks/>
          </p:cNvSpPr>
          <p:nvPr/>
        </p:nvSpPr>
        <p:spPr>
          <a:xfrm>
            <a:off x="563312" y="121641"/>
            <a:ext cx="10560489" cy="605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Cambria"/>
                <a:ea typeface="+mj-ea"/>
                <a:cs typeface="+mj-cs"/>
              </a:rPr>
              <a:t>The Outline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F58352-7C53-D314-C1A0-AA8DBD9B1F53}"/>
              </a:ext>
            </a:extLst>
          </p:cNvPr>
          <p:cNvCxnSpPr>
            <a:cxnSpLocks/>
          </p:cNvCxnSpPr>
          <p:nvPr/>
        </p:nvCxnSpPr>
        <p:spPr>
          <a:xfrm flipV="1">
            <a:off x="563312" y="691553"/>
            <a:ext cx="10227332" cy="22131"/>
          </a:xfrm>
          <a:prstGeom prst="line">
            <a:avLst/>
          </a:prstGeom>
          <a:ln w="76200" cap="rnd" cmpd="sng" algn="ctr">
            <a:solidFill>
              <a:srgbClr val="51484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88717F-0BBB-CBD0-901E-196796E7C637}"/>
              </a:ext>
            </a:extLst>
          </p:cNvPr>
          <p:cNvCxnSpPr>
            <a:cxnSpLocks/>
          </p:cNvCxnSpPr>
          <p:nvPr/>
        </p:nvCxnSpPr>
        <p:spPr>
          <a:xfrm>
            <a:off x="563312" y="1777809"/>
            <a:ext cx="10224135" cy="0"/>
          </a:xfrm>
          <a:prstGeom prst="line">
            <a:avLst/>
          </a:prstGeom>
          <a:ln w="76200" cap="rnd" cmpd="sng" algn="ctr">
            <a:solidFill>
              <a:srgbClr val="51484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DEB2F343-FD8B-A644-3451-5D7DC763726A}"/>
              </a:ext>
            </a:extLst>
          </p:cNvPr>
          <p:cNvSpPr/>
          <p:nvPr/>
        </p:nvSpPr>
        <p:spPr>
          <a:xfrm>
            <a:off x="5843556" y="1642776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2EDC622-957C-E098-BDB3-1EF65EF8686B}"/>
              </a:ext>
            </a:extLst>
          </p:cNvPr>
          <p:cNvSpPr/>
          <p:nvPr/>
        </p:nvSpPr>
        <p:spPr>
          <a:xfrm>
            <a:off x="1904533" y="1642776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4EFFE3E-A0CF-A8E5-4369-200BA6D60E4B}"/>
              </a:ext>
            </a:extLst>
          </p:cNvPr>
          <p:cNvSpPr/>
          <p:nvPr/>
        </p:nvSpPr>
        <p:spPr>
          <a:xfrm>
            <a:off x="3829954" y="1620119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2DEC403-FE1A-4CA2-89F7-EF6B30B23381}"/>
              </a:ext>
            </a:extLst>
          </p:cNvPr>
          <p:cNvSpPr/>
          <p:nvPr/>
        </p:nvSpPr>
        <p:spPr>
          <a:xfrm>
            <a:off x="10253397" y="1646131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77C89C7-FF8E-A549-578F-C6C8C2E45893}"/>
              </a:ext>
            </a:extLst>
          </p:cNvPr>
          <p:cNvSpPr/>
          <p:nvPr/>
        </p:nvSpPr>
        <p:spPr>
          <a:xfrm rot="306897">
            <a:off x="7949970" y="1659548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8106A4-79F7-D3E7-1AAC-0554628FE35A}"/>
              </a:ext>
            </a:extLst>
          </p:cNvPr>
          <p:cNvSpPr txBox="1"/>
          <p:nvPr/>
        </p:nvSpPr>
        <p:spPr>
          <a:xfrm>
            <a:off x="563312" y="2227631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1. Personal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400F42-9732-57B7-7ED3-C008BF35C0CA}"/>
              </a:ext>
            </a:extLst>
          </p:cNvPr>
          <p:cNvSpPr txBox="1"/>
          <p:nvPr/>
        </p:nvSpPr>
        <p:spPr>
          <a:xfrm>
            <a:off x="563312" y="3123881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strike="noStrike" kern="1200" cap="none" spc="0" normalizeH="0" baseline="0" noProof="0" dirty="0">
                <a:ln w="0"/>
                <a:solidFill>
                  <a:srgbClr val="222222"/>
                </a:solidFill>
                <a:uLnTx/>
                <a:uFillTx/>
              </a:rPr>
              <a:t>2. </a:t>
            </a:r>
            <a:r>
              <a:rPr lang="en-US" sz="6000" b="1" dirty="0">
                <a:ln w="0"/>
                <a:solidFill>
                  <a:srgbClr val="222222"/>
                </a:solidFill>
              </a:rPr>
              <a:t>Hosting</a:t>
            </a:r>
            <a:endParaRPr kumimoji="0" lang="en-US" sz="6000" b="1" i="0" strike="noStrike" kern="1200" cap="none" spc="0" normalizeH="0" baseline="0" noProof="0" dirty="0">
              <a:ln w="0"/>
              <a:solidFill>
                <a:srgbClr val="222222"/>
              </a:solidFill>
              <a:uLnTx/>
              <a:uFillTx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83A513-4696-D96E-4F15-57538231D8F3}"/>
              </a:ext>
            </a:extLst>
          </p:cNvPr>
          <p:cNvSpPr txBox="1"/>
          <p:nvPr/>
        </p:nvSpPr>
        <p:spPr>
          <a:xfrm>
            <a:off x="563312" y="4026777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3.</a:t>
            </a:r>
            <a:r>
              <a:rPr kumimoji="0" lang="en-US" sz="6000" b="1" i="0" u="none" strike="noStrike" kern="1200" cap="none" spc="0" normalizeH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 Topics</a:t>
            </a:r>
            <a:endParaRPr kumimoji="0" lang="en-US" sz="6000" b="1" i="0" u="none" strike="noStrike" kern="1200" cap="none" spc="0" normalizeH="0" baseline="0" noProof="0" dirty="0">
              <a:ln w="0"/>
              <a:solidFill>
                <a:srgbClr val="222222">
                  <a:alpha val="10000"/>
                </a:srgbClr>
              </a:solidFill>
              <a:uLnTx/>
              <a:uFillTx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103370-A5A3-7151-75D9-A180C8529C65}"/>
              </a:ext>
            </a:extLst>
          </p:cNvPr>
          <p:cNvSpPr txBox="1"/>
          <p:nvPr/>
        </p:nvSpPr>
        <p:spPr>
          <a:xfrm>
            <a:off x="563312" y="4898118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4. Benefits</a:t>
            </a:r>
            <a:r>
              <a:rPr kumimoji="0" lang="en-US" sz="6000" b="1" i="0" u="none" strike="noStrike" kern="1200" cap="none" spc="0" normalizeH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 </a:t>
            </a:r>
            <a:endParaRPr kumimoji="0" lang="en-US" sz="6000" b="1" i="0" u="none" strike="noStrike" kern="1200" cap="none" spc="0" normalizeH="0" baseline="0" noProof="0" dirty="0">
              <a:ln w="0"/>
              <a:solidFill>
                <a:srgbClr val="222222">
                  <a:alpha val="10000"/>
                </a:srgbClr>
              </a:solidFill>
              <a:uLnTx/>
              <a:uFillTx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16A52E-E556-A646-9C19-77FBA00E336A}"/>
              </a:ext>
            </a:extLst>
          </p:cNvPr>
          <p:cNvSpPr txBox="1"/>
          <p:nvPr/>
        </p:nvSpPr>
        <p:spPr>
          <a:xfrm>
            <a:off x="563312" y="5821448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5. Conclusion</a:t>
            </a:r>
          </a:p>
        </p:txBody>
      </p:sp>
      <p:pic>
        <p:nvPicPr>
          <p:cNvPr id="12" name="Graphic 11" descr="Storytelling with solid fill">
            <a:extLst>
              <a:ext uri="{FF2B5EF4-FFF2-40B4-BE49-F238E27FC236}">
                <a16:creationId xmlns:a16="http://schemas.microsoft.com/office/drawing/2014/main" id="{498CD218-3A36-0658-421E-A245CB7991F3}"/>
              </a:ext>
            </a:extLst>
          </p:cNvPr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1142" y="1132894"/>
            <a:ext cx="631109" cy="631109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99D0A493-719C-2249-8C04-8C6A632008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6509" y="1149514"/>
            <a:ext cx="1060574" cy="652661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C5BFF1CD-D686-6823-9574-1844F0A05B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61160" y="1149515"/>
            <a:ext cx="1060574" cy="652661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006A9AEA-09C0-973C-B68D-1F61ACD2FC9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0528" y="1149514"/>
            <a:ext cx="1060574" cy="65266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495DA1E7-FCBF-45D6-1152-950A99A300F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49009" y="1149514"/>
            <a:ext cx="1060574" cy="6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00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Hosting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 Managing infrastructure</a:t>
            </a:r>
          </a:p>
          <a:p>
            <a:r>
              <a:rPr lang="en-US" sz="5400" dirty="0"/>
              <a:t> Time you could be Writing</a:t>
            </a:r>
          </a:p>
          <a:p>
            <a:r>
              <a:rPr lang="en-US" sz="5400" dirty="0"/>
              <a:t> Blogging about blog platforms is not best for a Power BI career</a:t>
            </a:r>
          </a:p>
        </p:txBody>
      </p:sp>
    </p:spTree>
    <p:extLst>
      <p:ext uri="{BB962C8B-B14F-4D97-AF65-F5344CB8AC3E}">
        <p14:creationId xmlns:p14="http://schemas.microsoft.com/office/powerpoint/2010/main" val="420568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Self-Hosting vs. Service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4400" dirty="0"/>
              <a:t> Do you want to manage your own infrastructure?</a:t>
            </a:r>
          </a:p>
          <a:p>
            <a:r>
              <a:rPr lang="en-US" sz="4400" dirty="0"/>
              <a:t> Some people who write the most content use:</a:t>
            </a:r>
          </a:p>
          <a:p>
            <a:pPr lvl="1"/>
            <a:r>
              <a:rPr lang="en-US" sz="4000" dirty="0"/>
              <a:t> WordPress.com </a:t>
            </a:r>
          </a:p>
          <a:p>
            <a:pPr lvl="1"/>
            <a:r>
              <a:rPr lang="en-US" sz="4000" dirty="0"/>
              <a:t> </a:t>
            </a:r>
            <a:r>
              <a:rPr lang="en-US" sz="4000" dirty="0" err="1"/>
              <a:t>Hashnode</a:t>
            </a:r>
            <a:r>
              <a:rPr lang="en-US" sz="4000" dirty="0"/>
              <a:t> (</a:t>
            </a:r>
            <a:r>
              <a:rPr lang="en-US" sz="4000" dirty="0" err="1"/>
              <a:t>fabric.guru</a:t>
            </a:r>
            <a:r>
              <a:rPr lang="en-US" sz="4000" dirty="0"/>
              <a:t>)</a:t>
            </a:r>
          </a:p>
          <a:p>
            <a:r>
              <a:rPr lang="en-US" sz="4400" dirty="0"/>
              <a:t> LinkedIn</a:t>
            </a:r>
          </a:p>
          <a:p>
            <a:pPr lvl="1"/>
            <a:r>
              <a:rPr lang="en-US" sz="4000" dirty="0"/>
              <a:t> I prefer to promote external blog posts</a:t>
            </a:r>
          </a:p>
        </p:txBody>
      </p:sp>
    </p:spTree>
    <p:extLst>
      <p:ext uri="{BB962C8B-B14F-4D97-AF65-F5344CB8AC3E}">
        <p14:creationId xmlns:p14="http://schemas.microsoft.com/office/powerpoint/2010/main" val="267329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Publish on Another Site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 Monetary</a:t>
            </a:r>
          </a:p>
          <a:p>
            <a:r>
              <a:rPr lang="en-US" sz="3600" dirty="0"/>
              <a:t> Editing</a:t>
            </a:r>
          </a:p>
          <a:p>
            <a:r>
              <a:rPr lang="en-US" sz="3600" dirty="0"/>
              <a:t> Promotion</a:t>
            </a:r>
          </a:p>
          <a:p>
            <a:r>
              <a:rPr lang="en-US" sz="3600" dirty="0"/>
              <a:t> Examples</a:t>
            </a:r>
          </a:p>
          <a:p>
            <a:pPr lvl="1"/>
            <a:r>
              <a:rPr lang="en-US" sz="3600" dirty="0"/>
              <a:t> Simple Talk</a:t>
            </a:r>
          </a:p>
          <a:p>
            <a:pPr lvl="1"/>
            <a:r>
              <a:rPr lang="en-US" sz="3600" dirty="0"/>
              <a:t> T-SQL Tuesday</a:t>
            </a:r>
          </a:p>
          <a:p>
            <a:pPr lvl="2"/>
            <a:r>
              <a:rPr lang="en-US" sz="3600" dirty="0"/>
              <a:t>https://tsqltuesday.com/</a:t>
            </a:r>
          </a:p>
        </p:txBody>
      </p:sp>
    </p:spTree>
    <p:extLst>
      <p:ext uri="{BB962C8B-B14F-4D97-AF65-F5344CB8AC3E}">
        <p14:creationId xmlns:p14="http://schemas.microsoft.com/office/powerpoint/2010/main" val="352224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Custom Domain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899" y="1600200"/>
            <a:ext cx="10637921" cy="4572000"/>
          </a:xfrm>
        </p:spPr>
        <p:txBody>
          <a:bodyPr>
            <a:normAutofit/>
          </a:bodyPr>
          <a:lstStyle/>
          <a:p>
            <a:r>
              <a:rPr lang="en-US" sz="5400" dirty="0"/>
              <a:t> Domain allows you to move     platforms</a:t>
            </a:r>
          </a:p>
          <a:p>
            <a:r>
              <a:rPr lang="en-US" sz="5400" dirty="0"/>
              <a:t> Buy Domain</a:t>
            </a:r>
          </a:p>
          <a:p>
            <a:pPr lvl="1"/>
            <a:r>
              <a:rPr lang="en-US" sz="5400" dirty="0"/>
              <a:t> Porkbun</a:t>
            </a:r>
          </a:p>
          <a:p>
            <a:pPr lvl="1"/>
            <a:r>
              <a:rPr lang="en-US" sz="5400" dirty="0"/>
              <a:t> Prefer set price versus promo</a:t>
            </a:r>
          </a:p>
        </p:txBody>
      </p:sp>
    </p:spTree>
    <p:extLst>
      <p:ext uri="{BB962C8B-B14F-4D97-AF65-F5344CB8AC3E}">
        <p14:creationId xmlns:p14="http://schemas.microsoft.com/office/powerpoint/2010/main" val="2906819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4F771-87CE-4384-0D58-EF2B94990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818721E-FA1B-89A1-7B4A-C2F45B23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What did they use for that blog?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65D8CE1-D9E9-6FB9-188B-5945FD601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899" y="1600200"/>
            <a:ext cx="10637921" cy="4572000"/>
          </a:xfrm>
        </p:spPr>
        <p:txBody>
          <a:bodyPr>
            <a:normAutofit/>
          </a:bodyPr>
          <a:lstStyle/>
          <a:p>
            <a:r>
              <a:rPr lang="en-US" sz="4000" dirty="0"/>
              <a:t> I have looked 3 times this week alone</a:t>
            </a:r>
          </a:p>
        </p:txBody>
      </p:sp>
    </p:spTree>
    <p:extLst>
      <p:ext uri="{BB962C8B-B14F-4D97-AF65-F5344CB8AC3E}">
        <p14:creationId xmlns:p14="http://schemas.microsoft.com/office/powerpoint/2010/main" val="3790121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4A524E-4578-6B65-AE32-3A8314920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3108ADE-602B-419B-218E-4257F1E28A0E}"/>
              </a:ext>
            </a:extLst>
          </p:cNvPr>
          <p:cNvSpPr txBox="1">
            <a:spLocks/>
          </p:cNvSpPr>
          <p:nvPr/>
        </p:nvSpPr>
        <p:spPr>
          <a:xfrm>
            <a:off x="563312" y="121641"/>
            <a:ext cx="10560489" cy="605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Cambria"/>
                <a:ea typeface="+mj-ea"/>
                <a:cs typeface="+mj-cs"/>
              </a:rPr>
              <a:t>The Outline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04B0D7-D84A-BC91-D78D-35F5FB8E69D3}"/>
              </a:ext>
            </a:extLst>
          </p:cNvPr>
          <p:cNvCxnSpPr>
            <a:cxnSpLocks/>
          </p:cNvCxnSpPr>
          <p:nvPr/>
        </p:nvCxnSpPr>
        <p:spPr>
          <a:xfrm flipV="1">
            <a:off x="563312" y="691553"/>
            <a:ext cx="10227332" cy="22131"/>
          </a:xfrm>
          <a:prstGeom prst="line">
            <a:avLst/>
          </a:prstGeom>
          <a:ln w="76200" cap="rnd" cmpd="sng" algn="ctr">
            <a:solidFill>
              <a:srgbClr val="51484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753F0D-1B88-DC01-2CCD-E597B309968E}"/>
              </a:ext>
            </a:extLst>
          </p:cNvPr>
          <p:cNvCxnSpPr>
            <a:cxnSpLocks/>
          </p:cNvCxnSpPr>
          <p:nvPr/>
        </p:nvCxnSpPr>
        <p:spPr>
          <a:xfrm>
            <a:off x="563312" y="1777809"/>
            <a:ext cx="10224135" cy="0"/>
          </a:xfrm>
          <a:prstGeom prst="line">
            <a:avLst/>
          </a:prstGeom>
          <a:ln w="76200" cap="rnd" cmpd="sng" algn="ctr">
            <a:solidFill>
              <a:srgbClr val="51484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05B60DA9-B526-8CBF-F516-05F4F91D04F4}"/>
              </a:ext>
            </a:extLst>
          </p:cNvPr>
          <p:cNvSpPr/>
          <p:nvPr/>
        </p:nvSpPr>
        <p:spPr>
          <a:xfrm>
            <a:off x="5843556" y="1642776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AF9E564-4005-111A-0C61-B0DC600B3C2D}"/>
              </a:ext>
            </a:extLst>
          </p:cNvPr>
          <p:cNvSpPr/>
          <p:nvPr/>
        </p:nvSpPr>
        <p:spPr>
          <a:xfrm>
            <a:off x="1904533" y="1642776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EDECB8A-886E-91E0-B39F-7C37D903A10E}"/>
              </a:ext>
            </a:extLst>
          </p:cNvPr>
          <p:cNvSpPr/>
          <p:nvPr/>
        </p:nvSpPr>
        <p:spPr>
          <a:xfrm>
            <a:off x="3829954" y="1620119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91ED99-6C37-CC47-DA77-04C5AEE1B8D2}"/>
              </a:ext>
            </a:extLst>
          </p:cNvPr>
          <p:cNvSpPr/>
          <p:nvPr/>
        </p:nvSpPr>
        <p:spPr>
          <a:xfrm>
            <a:off x="10253397" y="1646131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7D3BD19-6A53-9F4E-8029-76773AFECAFF}"/>
              </a:ext>
            </a:extLst>
          </p:cNvPr>
          <p:cNvSpPr/>
          <p:nvPr/>
        </p:nvSpPr>
        <p:spPr>
          <a:xfrm rot="306897">
            <a:off x="7949970" y="1659548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DDE5E3-BA3C-FD02-2E29-6DB9C13BD1A4}"/>
              </a:ext>
            </a:extLst>
          </p:cNvPr>
          <p:cNvSpPr txBox="1"/>
          <p:nvPr/>
        </p:nvSpPr>
        <p:spPr>
          <a:xfrm>
            <a:off x="563312" y="2227631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1. Personal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9C1E84-DFFE-8DEE-8B04-38BCEC2E83AD}"/>
              </a:ext>
            </a:extLst>
          </p:cNvPr>
          <p:cNvSpPr txBox="1"/>
          <p:nvPr/>
        </p:nvSpPr>
        <p:spPr>
          <a:xfrm>
            <a:off x="563312" y="3123881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</a:rPr>
              <a:t>2. </a:t>
            </a:r>
            <a:r>
              <a:rPr lang="en-US" sz="6000" b="1" dirty="0">
                <a:ln w="0"/>
                <a:solidFill>
                  <a:srgbClr val="222222">
                    <a:alpha val="10000"/>
                  </a:srgbClr>
                </a:solidFill>
              </a:rPr>
              <a:t>Hosting</a:t>
            </a:r>
            <a:endParaRPr kumimoji="0" lang="en-US" sz="6000" b="1" i="0" u="none" strike="noStrike" kern="1200" cap="none" spc="0" normalizeH="0" baseline="0" noProof="0" dirty="0">
              <a:ln w="0"/>
              <a:solidFill>
                <a:srgbClr val="222222">
                  <a:alpha val="10000"/>
                </a:srgbClr>
              </a:solidFill>
              <a:uLnTx/>
              <a:uFillTx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83F42B-8195-923D-0A60-991B6ED07A23}"/>
              </a:ext>
            </a:extLst>
          </p:cNvPr>
          <p:cNvSpPr txBox="1"/>
          <p:nvPr/>
        </p:nvSpPr>
        <p:spPr>
          <a:xfrm>
            <a:off x="563312" y="4026777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/>
                </a:solidFill>
                <a:uLnTx/>
                <a:uFillTx/>
                <a:ea typeface="+mn-ea"/>
                <a:cs typeface="+mn-cs"/>
              </a:rPr>
              <a:t>3.</a:t>
            </a:r>
            <a:r>
              <a:rPr kumimoji="0" lang="en-US" sz="6000" b="1" i="0" u="none" strike="noStrike" kern="1200" cap="none" spc="0" normalizeH="0" noProof="0" dirty="0">
                <a:ln w="0"/>
                <a:solidFill>
                  <a:srgbClr val="222222"/>
                </a:solidFill>
                <a:uLnTx/>
                <a:uFillTx/>
                <a:ea typeface="+mn-ea"/>
                <a:cs typeface="+mn-cs"/>
              </a:rPr>
              <a:t> Topics</a:t>
            </a:r>
            <a:endParaRPr kumimoji="0" lang="en-US" sz="6000" b="1" i="0" u="none" strike="noStrike" kern="1200" cap="none" spc="0" normalizeH="0" baseline="0" noProof="0" dirty="0">
              <a:ln w="0"/>
              <a:solidFill>
                <a:srgbClr val="222222"/>
              </a:solidFill>
              <a:uLnTx/>
              <a:uFillTx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06B455-E302-9125-39F6-EC67EFCF0E2E}"/>
              </a:ext>
            </a:extLst>
          </p:cNvPr>
          <p:cNvSpPr txBox="1"/>
          <p:nvPr/>
        </p:nvSpPr>
        <p:spPr>
          <a:xfrm>
            <a:off x="563312" y="4898118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4. Benefits</a:t>
            </a:r>
            <a:r>
              <a:rPr kumimoji="0" lang="en-US" sz="6000" b="1" i="0" u="none" strike="noStrike" kern="1200" cap="none" spc="0" normalizeH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 </a:t>
            </a:r>
            <a:endParaRPr kumimoji="0" lang="en-US" sz="6000" b="1" i="0" u="none" strike="noStrike" kern="1200" cap="none" spc="0" normalizeH="0" baseline="0" noProof="0" dirty="0">
              <a:ln w="0"/>
              <a:solidFill>
                <a:srgbClr val="222222">
                  <a:alpha val="10000"/>
                </a:srgbClr>
              </a:solidFill>
              <a:uLnTx/>
              <a:uFillTx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6135A5-8098-242D-7641-A3F986899663}"/>
              </a:ext>
            </a:extLst>
          </p:cNvPr>
          <p:cNvSpPr txBox="1"/>
          <p:nvPr/>
        </p:nvSpPr>
        <p:spPr>
          <a:xfrm>
            <a:off x="563312" y="5821448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5. Conclusion</a:t>
            </a:r>
          </a:p>
        </p:txBody>
      </p:sp>
      <p:pic>
        <p:nvPicPr>
          <p:cNvPr id="12" name="Graphic 11" descr="Storytelling with solid fill">
            <a:extLst>
              <a:ext uri="{FF2B5EF4-FFF2-40B4-BE49-F238E27FC236}">
                <a16:creationId xmlns:a16="http://schemas.microsoft.com/office/drawing/2014/main" id="{643A6EA3-E116-760C-BF35-C08A7C8A749C}"/>
              </a:ext>
            </a:extLst>
          </p:cNvPr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1142" y="1132894"/>
            <a:ext cx="631109" cy="631109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15D4FBD2-9ACF-03C9-5F0D-366FD75364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6509" y="1149514"/>
            <a:ext cx="1060574" cy="652661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EE3891B8-5456-8509-163D-DA97BB4AE39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61160" y="1149515"/>
            <a:ext cx="1060574" cy="652661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ADDE3A5B-C453-2C59-291E-F28BE9E9FCB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0528" y="1149514"/>
            <a:ext cx="1060574" cy="65266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F3524264-863C-B17F-2E45-F52492FF15B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49009" y="1149514"/>
            <a:ext cx="1060574" cy="6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9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 What issue did you solve</a:t>
            </a:r>
          </a:p>
          <a:p>
            <a:r>
              <a:rPr lang="en-US" sz="6000" dirty="0"/>
              <a:t> You have a different voice</a:t>
            </a:r>
          </a:p>
          <a:p>
            <a:r>
              <a:rPr lang="en-US" sz="6000" dirty="0"/>
              <a:t> What are </a:t>
            </a:r>
            <a:r>
              <a:rPr lang="en-US" sz="6000"/>
              <a:t>you 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20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Tracking Topics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4400" dirty="0"/>
              <a:t> Method to track potential topics</a:t>
            </a:r>
          </a:p>
          <a:p>
            <a:r>
              <a:rPr lang="en-US" sz="4400" dirty="0"/>
              <a:t> Word file on OneDrive with each topic</a:t>
            </a:r>
          </a:p>
          <a:p>
            <a:r>
              <a:rPr lang="en-US" sz="4400" dirty="0"/>
              <a:t> Word file with the topic as the title</a:t>
            </a:r>
          </a:p>
          <a:p>
            <a:pPr lvl="1"/>
            <a:r>
              <a:rPr lang="en-US" sz="4400" dirty="0"/>
              <a:t> Put bullet points</a:t>
            </a:r>
          </a:p>
          <a:p>
            <a:r>
              <a:rPr lang="en-US" sz="4800" dirty="0"/>
              <a:t> Notes or Reminder on Phone</a:t>
            </a:r>
          </a:p>
          <a:p>
            <a:r>
              <a:rPr lang="en-US" sz="4800" dirty="0"/>
              <a:t> Simple Talk Link in Resources</a:t>
            </a:r>
          </a:p>
        </p:txBody>
      </p:sp>
    </p:spTree>
    <p:extLst>
      <p:ext uri="{BB962C8B-B14F-4D97-AF65-F5344CB8AC3E}">
        <p14:creationId xmlns:p14="http://schemas.microsoft.com/office/powerpoint/2010/main" val="1294071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EF2B32-BEBF-62DE-A493-DB352E5EC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D6A008-E4E4-3AAF-A8C3-7D0024890687}"/>
              </a:ext>
            </a:extLst>
          </p:cNvPr>
          <p:cNvSpPr txBox="1">
            <a:spLocks/>
          </p:cNvSpPr>
          <p:nvPr/>
        </p:nvSpPr>
        <p:spPr>
          <a:xfrm>
            <a:off x="563312" y="121641"/>
            <a:ext cx="10560489" cy="605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Cambria"/>
                <a:ea typeface="+mj-ea"/>
                <a:cs typeface="+mj-cs"/>
              </a:rPr>
              <a:t>The Outline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7EED03-4D4C-C81D-F2B6-21BFFD3D5766}"/>
              </a:ext>
            </a:extLst>
          </p:cNvPr>
          <p:cNvCxnSpPr>
            <a:cxnSpLocks/>
          </p:cNvCxnSpPr>
          <p:nvPr/>
        </p:nvCxnSpPr>
        <p:spPr>
          <a:xfrm flipV="1">
            <a:off x="563312" y="691553"/>
            <a:ext cx="10227332" cy="22131"/>
          </a:xfrm>
          <a:prstGeom prst="line">
            <a:avLst/>
          </a:prstGeom>
          <a:ln w="76200" cap="rnd" cmpd="sng" algn="ctr">
            <a:solidFill>
              <a:srgbClr val="51484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0E991A-3CEC-3753-9235-B6B34631A75C}"/>
              </a:ext>
            </a:extLst>
          </p:cNvPr>
          <p:cNvCxnSpPr>
            <a:cxnSpLocks/>
          </p:cNvCxnSpPr>
          <p:nvPr/>
        </p:nvCxnSpPr>
        <p:spPr>
          <a:xfrm>
            <a:off x="563312" y="1777809"/>
            <a:ext cx="10224135" cy="0"/>
          </a:xfrm>
          <a:prstGeom prst="line">
            <a:avLst/>
          </a:prstGeom>
          <a:ln w="76200" cap="rnd" cmpd="sng" algn="ctr">
            <a:solidFill>
              <a:srgbClr val="51484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B4F8B31-7BEE-E10A-74E0-4389CA2BEF43}"/>
              </a:ext>
            </a:extLst>
          </p:cNvPr>
          <p:cNvSpPr/>
          <p:nvPr/>
        </p:nvSpPr>
        <p:spPr>
          <a:xfrm>
            <a:off x="5843556" y="1642776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FCE43A-4EA2-7D37-3565-8A0D09CBB28A}"/>
              </a:ext>
            </a:extLst>
          </p:cNvPr>
          <p:cNvSpPr/>
          <p:nvPr/>
        </p:nvSpPr>
        <p:spPr>
          <a:xfrm>
            <a:off x="1904533" y="1642776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B02F2D0-A89A-A8D4-4450-92D159943678}"/>
              </a:ext>
            </a:extLst>
          </p:cNvPr>
          <p:cNvSpPr/>
          <p:nvPr/>
        </p:nvSpPr>
        <p:spPr>
          <a:xfrm>
            <a:off x="3829954" y="1620119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6BDC11-C15F-3263-2680-15715E501827}"/>
              </a:ext>
            </a:extLst>
          </p:cNvPr>
          <p:cNvSpPr/>
          <p:nvPr/>
        </p:nvSpPr>
        <p:spPr>
          <a:xfrm>
            <a:off x="10253397" y="1646131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8C1B2B8-E263-3EDA-DA55-96C905CF6EEB}"/>
              </a:ext>
            </a:extLst>
          </p:cNvPr>
          <p:cNvSpPr/>
          <p:nvPr/>
        </p:nvSpPr>
        <p:spPr>
          <a:xfrm rot="306897">
            <a:off x="7949970" y="1659548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B05C1B-EC86-D354-292D-0B7ED9DCDE6B}"/>
              </a:ext>
            </a:extLst>
          </p:cNvPr>
          <p:cNvSpPr txBox="1"/>
          <p:nvPr/>
        </p:nvSpPr>
        <p:spPr>
          <a:xfrm>
            <a:off x="563312" y="2227631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1. Personal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4E8FC6-0E8C-68DB-E942-3E739D5B9C83}"/>
              </a:ext>
            </a:extLst>
          </p:cNvPr>
          <p:cNvSpPr txBox="1"/>
          <p:nvPr/>
        </p:nvSpPr>
        <p:spPr>
          <a:xfrm>
            <a:off x="563312" y="3123881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</a:rPr>
              <a:t>2. </a:t>
            </a:r>
            <a:r>
              <a:rPr lang="en-US" sz="6000" b="1" dirty="0">
                <a:ln w="0"/>
                <a:solidFill>
                  <a:srgbClr val="222222">
                    <a:alpha val="10000"/>
                  </a:srgbClr>
                </a:solidFill>
              </a:rPr>
              <a:t>Hosting</a:t>
            </a:r>
            <a:endParaRPr kumimoji="0" lang="en-US" sz="6000" b="1" i="0" u="none" strike="noStrike" kern="1200" cap="none" spc="0" normalizeH="0" baseline="0" noProof="0" dirty="0">
              <a:ln w="0"/>
              <a:solidFill>
                <a:srgbClr val="222222">
                  <a:alpha val="10000"/>
                </a:srgbClr>
              </a:solidFill>
              <a:uLnTx/>
              <a:uFillTx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C4D27F-C63F-D59D-F8FA-5EDD8745043E}"/>
              </a:ext>
            </a:extLst>
          </p:cNvPr>
          <p:cNvSpPr txBox="1"/>
          <p:nvPr/>
        </p:nvSpPr>
        <p:spPr>
          <a:xfrm>
            <a:off x="563312" y="4026777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3.</a:t>
            </a:r>
            <a:r>
              <a:rPr kumimoji="0" lang="en-US" sz="6000" b="1" i="0" u="none" strike="noStrike" kern="1200" cap="none" spc="0" normalizeH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 Topics</a:t>
            </a:r>
            <a:endParaRPr kumimoji="0" lang="en-US" sz="6000" b="1" i="0" u="none" strike="noStrike" kern="1200" cap="none" spc="0" normalizeH="0" baseline="0" noProof="0" dirty="0">
              <a:ln w="0"/>
              <a:solidFill>
                <a:srgbClr val="222222">
                  <a:alpha val="10000"/>
                </a:srgbClr>
              </a:solidFill>
              <a:uLnTx/>
              <a:uFillTx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29C770-8C35-E9B4-F65C-CFB50B6AA2C0}"/>
              </a:ext>
            </a:extLst>
          </p:cNvPr>
          <p:cNvSpPr txBox="1"/>
          <p:nvPr/>
        </p:nvSpPr>
        <p:spPr>
          <a:xfrm>
            <a:off x="563312" y="4898118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/>
                </a:solidFill>
                <a:uLnTx/>
                <a:uFillTx/>
                <a:ea typeface="+mn-ea"/>
                <a:cs typeface="+mn-cs"/>
              </a:rPr>
              <a:t>4. Benefits</a:t>
            </a:r>
            <a:r>
              <a:rPr kumimoji="0" lang="en-US" sz="6000" b="1" i="0" u="none" strike="noStrike" kern="1200" cap="none" spc="0" normalizeH="0" noProof="0" dirty="0">
                <a:ln w="0"/>
                <a:solidFill>
                  <a:srgbClr val="222222"/>
                </a:solidFill>
                <a:uLnTx/>
                <a:uFillTx/>
                <a:ea typeface="+mn-ea"/>
                <a:cs typeface="+mn-cs"/>
              </a:rPr>
              <a:t> </a:t>
            </a:r>
            <a:endParaRPr kumimoji="0" lang="en-US" sz="6000" b="1" i="0" u="none" strike="noStrike" kern="1200" cap="none" spc="0" normalizeH="0" baseline="0" noProof="0" dirty="0">
              <a:ln w="0"/>
              <a:solidFill>
                <a:srgbClr val="222222"/>
              </a:solidFill>
              <a:uLnTx/>
              <a:uFillTx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AF72B8-C0B5-4203-A2D3-40B8094462F8}"/>
              </a:ext>
            </a:extLst>
          </p:cNvPr>
          <p:cNvSpPr txBox="1"/>
          <p:nvPr/>
        </p:nvSpPr>
        <p:spPr>
          <a:xfrm>
            <a:off x="563312" y="5821448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5. Conclusion</a:t>
            </a:r>
          </a:p>
        </p:txBody>
      </p:sp>
      <p:pic>
        <p:nvPicPr>
          <p:cNvPr id="12" name="Graphic 11" descr="Storytelling with solid fill">
            <a:extLst>
              <a:ext uri="{FF2B5EF4-FFF2-40B4-BE49-F238E27FC236}">
                <a16:creationId xmlns:a16="http://schemas.microsoft.com/office/drawing/2014/main" id="{088A2CB7-1426-EFC2-BE35-DED725020D54}"/>
              </a:ext>
            </a:extLst>
          </p:cNvPr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1142" y="1132894"/>
            <a:ext cx="631109" cy="631109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2EE7E0B0-EEEA-4AA2-1B52-18A6C0518EE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6509" y="1149514"/>
            <a:ext cx="1060574" cy="652661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168EDA44-1DEC-7974-CC77-F695EE2554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61160" y="1149515"/>
            <a:ext cx="1060574" cy="652661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4A1475F9-52C9-E042-F42E-500A443C682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0528" y="1149514"/>
            <a:ext cx="1060574" cy="65266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99410BCD-C11E-20AC-6477-A4958F83543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49009" y="1149514"/>
            <a:ext cx="1060574" cy="6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666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Benefits: Community &amp; Career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5400" dirty="0"/>
              <a:t> Community Recognition</a:t>
            </a:r>
          </a:p>
          <a:p>
            <a:pPr>
              <a:lnSpc>
                <a:spcPct val="150000"/>
              </a:lnSpc>
            </a:pPr>
            <a:r>
              <a:rPr lang="en-US" sz="5400" dirty="0"/>
              <a:t> Career Opportunities</a:t>
            </a:r>
          </a:p>
        </p:txBody>
      </p:sp>
    </p:spTree>
    <p:extLst>
      <p:ext uri="{BB962C8B-B14F-4D97-AF65-F5344CB8AC3E}">
        <p14:creationId xmlns:p14="http://schemas.microsoft.com/office/powerpoint/2010/main" val="849664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Benefits: You Learn the Most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899" y="1600200"/>
            <a:ext cx="10589795" cy="4572000"/>
          </a:xfrm>
        </p:spPr>
        <p:txBody>
          <a:bodyPr>
            <a:normAutofit fontScale="92500"/>
          </a:bodyPr>
          <a:lstStyle/>
          <a:p>
            <a:r>
              <a:rPr lang="en-US" sz="5400" dirty="0"/>
              <a:t> Learn the topic</a:t>
            </a:r>
          </a:p>
          <a:p>
            <a:pPr lvl="1"/>
            <a:r>
              <a:rPr lang="en-US" sz="5400" dirty="0"/>
              <a:t> Same applies to:</a:t>
            </a:r>
          </a:p>
          <a:p>
            <a:pPr lvl="2"/>
            <a:r>
              <a:rPr lang="en-US" sz="5400" dirty="0"/>
              <a:t> Speaking</a:t>
            </a:r>
          </a:p>
          <a:p>
            <a:pPr lvl="2"/>
            <a:r>
              <a:rPr lang="en-US" sz="5400" dirty="0"/>
              <a:t> Tech Editing</a:t>
            </a:r>
          </a:p>
          <a:p>
            <a:r>
              <a:rPr lang="en-US" sz="6000" dirty="0"/>
              <a:t> Improve 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4152860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E91E63-767D-EFFF-87D5-FAA7D8F37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68642-DD65-2990-06CE-648BD75D9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Rough Edges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B9E69-0EFE-4291-5DFB-05EA4AD5A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Human-generated content will stand out</a:t>
            </a:r>
          </a:p>
          <a:p>
            <a:r>
              <a:rPr lang="en-US" sz="5400" dirty="0"/>
              <a:t>Don’t refine away all the rough edges</a:t>
            </a:r>
          </a:p>
        </p:txBody>
      </p:sp>
    </p:spTree>
    <p:extLst>
      <p:ext uri="{BB962C8B-B14F-4D97-AF65-F5344CB8AC3E}">
        <p14:creationId xmlns:p14="http://schemas.microsoft.com/office/powerpoint/2010/main" val="130894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CDF68-A932-E652-CD85-97076A284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Same Rules, Any Medium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005E3-F3F9-1134-F309-F1EC78A0C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Podcasts, video, newsletters — same principles</a:t>
            </a:r>
          </a:p>
          <a:p>
            <a:r>
              <a:rPr lang="en-US" sz="5400" dirty="0"/>
              <a:t>Pick the medium you’ll actually keep doing</a:t>
            </a:r>
          </a:p>
        </p:txBody>
      </p:sp>
    </p:spTree>
    <p:extLst>
      <p:ext uri="{BB962C8B-B14F-4D97-AF65-F5344CB8AC3E}">
        <p14:creationId xmlns:p14="http://schemas.microsoft.com/office/powerpoint/2010/main" val="410604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EC9AD2-7624-E052-0D04-E2D040AE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90C714C-DF03-CF3D-13C4-EC196BF0B9EB}"/>
              </a:ext>
            </a:extLst>
          </p:cNvPr>
          <p:cNvSpPr txBox="1">
            <a:spLocks/>
          </p:cNvSpPr>
          <p:nvPr/>
        </p:nvSpPr>
        <p:spPr>
          <a:xfrm>
            <a:off x="563312" y="121641"/>
            <a:ext cx="10560489" cy="605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Cambria"/>
                <a:ea typeface="+mj-ea"/>
                <a:cs typeface="+mj-cs"/>
              </a:rPr>
              <a:t>The Outline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AB23A0-5F46-F5C5-A6FC-A5B3609C9958}"/>
              </a:ext>
            </a:extLst>
          </p:cNvPr>
          <p:cNvCxnSpPr>
            <a:cxnSpLocks/>
          </p:cNvCxnSpPr>
          <p:nvPr/>
        </p:nvCxnSpPr>
        <p:spPr>
          <a:xfrm flipV="1">
            <a:off x="563312" y="691553"/>
            <a:ext cx="10227332" cy="22131"/>
          </a:xfrm>
          <a:prstGeom prst="line">
            <a:avLst/>
          </a:prstGeom>
          <a:ln w="76200" cap="rnd" cmpd="sng" algn="ctr">
            <a:solidFill>
              <a:srgbClr val="51484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BAA1CE-36B2-91BB-4AA9-2D4A00EA5488}"/>
              </a:ext>
            </a:extLst>
          </p:cNvPr>
          <p:cNvCxnSpPr>
            <a:cxnSpLocks/>
          </p:cNvCxnSpPr>
          <p:nvPr/>
        </p:nvCxnSpPr>
        <p:spPr>
          <a:xfrm>
            <a:off x="563312" y="1777809"/>
            <a:ext cx="10224135" cy="0"/>
          </a:xfrm>
          <a:prstGeom prst="line">
            <a:avLst/>
          </a:prstGeom>
          <a:ln w="76200" cap="rnd" cmpd="sng" algn="ctr">
            <a:solidFill>
              <a:srgbClr val="51484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D1389118-807A-4EC6-6114-10A15CEB7075}"/>
              </a:ext>
            </a:extLst>
          </p:cNvPr>
          <p:cNvSpPr/>
          <p:nvPr/>
        </p:nvSpPr>
        <p:spPr>
          <a:xfrm>
            <a:off x="5843556" y="1642776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680EC21-4F04-3255-C060-7BEC87F40E2C}"/>
              </a:ext>
            </a:extLst>
          </p:cNvPr>
          <p:cNvSpPr/>
          <p:nvPr/>
        </p:nvSpPr>
        <p:spPr>
          <a:xfrm>
            <a:off x="1904533" y="1642776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3D0FA2-D7FC-B026-C30D-5147B89A5C5A}"/>
              </a:ext>
            </a:extLst>
          </p:cNvPr>
          <p:cNvSpPr/>
          <p:nvPr/>
        </p:nvSpPr>
        <p:spPr>
          <a:xfrm>
            <a:off x="3829954" y="1620119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C0DFB9A-3B48-D0CF-EC64-763B96238C78}"/>
              </a:ext>
            </a:extLst>
          </p:cNvPr>
          <p:cNvSpPr/>
          <p:nvPr/>
        </p:nvSpPr>
        <p:spPr>
          <a:xfrm>
            <a:off x="10253397" y="1646131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95C3A9E-7AE1-9EBA-974C-5A7B1E2D38F2}"/>
              </a:ext>
            </a:extLst>
          </p:cNvPr>
          <p:cNvSpPr/>
          <p:nvPr/>
        </p:nvSpPr>
        <p:spPr>
          <a:xfrm rot="306897">
            <a:off x="7949970" y="1659548"/>
            <a:ext cx="292100" cy="260350"/>
          </a:xfrm>
          <a:prstGeom prst="ellipse">
            <a:avLst/>
          </a:prstGeom>
          <a:solidFill>
            <a:srgbClr val="514843"/>
          </a:solidFill>
          <a:ln w="48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0BAFB3-E2BD-88A9-FE1A-45CDF43E18D0}"/>
              </a:ext>
            </a:extLst>
          </p:cNvPr>
          <p:cNvSpPr txBox="1"/>
          <p:nvPr/>
        </p:nvSpPr>
        <p:spPr>
          <a:xfrm>
            <a:off x="563312" y="2227631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1. Personal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2585E9-66A7-DD6F-0C10-E66DDBD53067}"/>
              </a:ext>
            </a:extLst>
          </p:cNvPr>
          <p:cNvSpPr txBox="1"/>
          <p:nvPr/>
        </p:nvSpPr>
        <p:spPr>
          <a:xfrm>
            <a:off x="563312" y="3123881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</a:rPr>
              <a:t>2. </a:t>
            </a:r>
            <a:r>
              <a:rPr lang="en-US" sz="6000" b="1" dirty="0">
                <a:ln w="0"/>
                <a:solidFill>
                  <a:srgbClr val="222222">
                    <a:alpha val="10000"/>
                  </a:srgbClr>
                </a:solidFill>
              </a:rPr>
              <a:t>Hosting</a:t>
            </a:r>
            <a:endParaRPr kumimoji="0" lang="en-US" sz="6000" b="1" i="0" u="none" strike="noStrike" kern="1200" cap="none" spc="0" normalizeH="0" baseline="0" noProof="0" dirty="0">
              <a:ln w="0"/>
              <a:solidFill>
                <a:srgbClr val="222222">
                  <a:alpha val="10000"/>
                </a:srgbClr>
              </a:solidFill>
              <a:uLnTx/>
              <a:uFillTx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E8458B-6CAA-2169-A5A4-9C9FBF964873}"/>
              </a:ext>
            </a:extLst>
          </p:cNvPr>
          <p:cNvSpPr txBox="1"/>
          <p:nvPr/>
        </p:nvSpPr>
        <p:spPr>
          <a:xfrm>
            <a:off x="563312" y="4026777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3.</a:t>
            </a:r>
            <a:r>
              <a:rPr kumimoji="0" lang="en-US" sz="6000" b="1" i="0" u="none" strike="noStrike" kern="1200" cap="none" spc="0" normalizeH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 Topics</a:t>
            </a:r>
            <a:endParaRPr kumimoji="0" lang="en-US" sz="6000" b="1" i="0" u="none" strike="noStrike" kern="1200" cap="none" spc="0" normalizeH="0" baseline="0" noProof="0" dirty="0">
              <a:ln w="0"/>
              <a:solidFill>
                <a:srgbClr val="222222">
                  <a:alpha val="10000"/>
                </a:srgbClr>
              </a:solidFill>
              <a:uLnTx/>
              <a:uFillTx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07B4F1-DB4B-D4CC-CC73-84FBEDE449E3}"/>
              </a:ext>
            </a:extLst>
          </p:cNvPr>
          <p:cNvSpPr txBox="1"/>
          <p:nvPr/>
        </p:nvSpPr>
        <p:spPr>
          <a:xfrm>
            <a:off x="563312" y="4898118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4. Benefits</a:t>
            </a:r>
            <a:r>
              <a:rPr kumimoji="0" lang="en-US" sz="6000" b="1" i="0" u="none" strike="noStrike" kern="1200" cap="none" spc="0" normalizeH="0" noProof="0" dirty="0">
                <a:ln w="0"/>
                <a:solidFill>
                  <a:srgbClr val="222222">
                    <a:alpha val="10000"/>
                  </a:srgbClr>
                </a:solidFill>
                <a:uLnTx/>
                <a:uFillTx/>
                <a:ea typeface="+mn-ea"/>
                <a:cs typeface="+mn-cs"/>
              </a:rPr>
              <a:t> </a:t>
            </a:r>
            <a:endParaRPr kumimoji="0" lang="en-US" sz="6000" b="1" i="0" u="none" strike="noStrike" kern="1200" cap="none" spc="0" normalizeH="0" baseline="0" noProof="0" dirty="0">
              <a:ln w="0"/>
              <a:solidFill>
                <a:srgbClr val="222222">
                  <a:alpha val="10000"/>
                </a:srgbClr>
              </a:solidFill>
              <a:uLnTx/>
              <a:uFillTx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FAF56E-EDAD-BA61-2E45-0240AF26784C}"/>
              </a:ext>
            </a:extLst>
          </p:cNvPr>
          <p:cNvSpPr txBox="1"/>
          <p:nvPr/>
        </p:nvSpPr>
        <p:spPr>
          <a:xfrm>
            <a:off x="563312" y="5821448"/>
            <a:ext cx="10227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0"/>
                <a:solidFill>
                  <a:srgbClr val="222222"/>
                </a:solidFill>
                <a:uLnTx/>
                <a:uFillTx/>
                <a:ea typeface="+mn-ea"/>
                <a:cs typeface="+mn-cs"/>
              </a:rPr>
              <a:t>5. Conclusion</a:t>
            </a:r>
          </a:p>
        </p:txBody>
      </p:sp>
      <p:pic>
        <p:nvPicPr>
          <p:cNvPr id="12" name="Graphic 11" descr="Storytelling with solid fill">
            <a:extLst>
              <a:ext uri="{FF2B5EF4-FFF2-40B4-BE49-F238E27FC236}">
                <a16:creationId xmlns:a16="http://schemas.microsoft.com/office/drawing/2014/main" id="{C5C7F26F-9859-3F90-84F0-F2CD99425B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1142" y="1132894"/>
            <a:ext cx="631109" cy="631109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B687A97C-D1EE-0960-4731-9B970F4342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6509" y="1149514"/>
            <a:ext cx="1060574" cy="652661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415A9A4A-5FB3-27AE-A1BA-B60205C977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61160" y="1149515"/>
            <a:ext cx="1060574" cy="652661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4BAD75AC-A155-E5F8-0723-41FBB0F7426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0528" y="1149514"/>
            <a:ext cx="1060574" cy="65266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12341C5A-A7E3-7194-57B7-069F204CE9B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49009" y="1149514"/>
            <a:ext cx="1060574" cy="6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10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EF6183-25AF-70EE-633C-9B3C2F07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6EB27-099C-7C23-74B5-3A95E39EC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Inspired by </a:t>
            </a:r>
            <a:r>
              <a:rPr lang="en-US" sz="6000" i="1" dirty="0"/>
              <a:t>Hamilton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54C20-2453-1DC2-3741-B05FDABB6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8000" dirty="0"/>
              <a:t>Talk less, Write More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Not about talking less at conferences — it’s about talking less into the air.</a:t>
            </a:r>
          </a:p>
          <a:p>
            <a:pPr marL="0" indent="0">
              <a:buNone/>
            </a:pPr>
            <a:r>
              <a:rPr lang="en-US" sz="2800" dirty="0"/>
              <a:t>Or talk endlessly — just write about it too.</a:t>
            </a:r>
          </a:p>
        </p:txBody>
      </p:sp>
    </p:spTree>
    <p:extLst>
      <p:ext uri="{BB962C8B-B14F-4D97-AF65-F5344CB8AC3E}">
        <p14:creationId xmlns:p14="http://schemas.microsoft.com/office/powerpoint/2010/main" val="3744862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1D531-99A9-B35E-6CE9-2A8D74F96C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800" dirty="0"/>
              <a:t>WRITE!!!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E6A0922-03E9-D352-74C8-41C33F4D04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400" i="1" dirty="0"/>
              <a:t>or RECORD</a:t>
            </a:r>
          </a:p>
        </p:txBody>
      </p:sp>
      <p:pic>
        <p:nvPicPr>
          <p:cNvPr id="10" name="Picture Placeholder 9" descr="A shelf full of books&#10;&#10;Description automatically generated">
            <a:extLst>
              <a:ext uri="{FF2B5EF4-FFF2-40B4-BE49-F238E27FC236}">
                <a16:creationId xmlns:a16="http://schemas.microsoft.com/office/drawing/2014/main" id="{E9AA604F-2C24-0433-15BF-DAB663AC12C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015" r="9015"/>
          <a:stretch/>
        </p:blipFill>
        <p:spPr/>
      </p:pic>
    </p:spTree>
    <p:extLst>
      <p:ext uri="{BB962C8B-B14F-4D97-AF65-F5344CB8AC3E}">
        <p14:creationId xmlns:p14="http://schemas.microsoft.com/office/powerpoint/2010/main" val="1154122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71813-E73A-9DD5-992B-239C259FF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CE361-5B1B-0B45-2028-3A35CA6C4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600" dirty="0"/>
              <a:t>Simple Talk</a:t>
            </a:r>
          </a:p>
          <a:p>
            <a:pPr lvl="1"/>
            <a:r>
              <a:rPr lang="en-US" sz="3600" dirty="0">
                <a:hlinkClick r:id="rId2"/>
              </a:rPr>
              <a:t>https://www.red-gate.com/simple-talk/</a:t>
            </a:r>
            <a:endParaRPr lang="en-US" sz="3600" dirty="0"/>
          </a:p>
          <a:p>
            <a:r>
              <a:rPr lang="en-US" sz="3600" dirty="0"/>
              <a:t>WordPress.com</a:t>
            </a:r>
          </a:p>
          <a:p>
            <a:pPr lvl="1"/>
            <a:r>
              <a:rPr lang="en-US" sz="3600" dirty="0">
                <a:hlinkClick r:id="rId3"/>
              </a:rPr>
              <a:t>https://wordpress.com/</a:t>
            </a:r>
            <a:endParaRPr lang="en-US" sz="3600" dirty="0"/>
          </a:p>
          <a:p>
            <a:r>
              <a:rPr lang="en-US" sz="4000" dirty="0"/>
              <a:t>Idea Tracking</a:t>
            </a:r>
          </a:p>
          <a:p>
            <a:pPr lvl="1"/>
            <a:r>
              <a:rPr lang="en-US" sz="4000" dirty="0">
                <a:hlinkClick r:id="rId4"/>
              </a:rPr>
              <a:t>https://www.red-gate.com/simple-talk/opinion/editorials/dont-let-that-idea-get-away/</a:t>
            </a:r>
            <a:endParaRPr lang="en-US" sz="3600" dirty="0"/>
          </a:p>
          <a:p>
            <a:r>
              <a:rPr lang="en-US" sz="4000" dirty="0"/>
              <a:t>Habits</a:t>
            </a:r>
          </a:p>
          <a:p>
            <a:pPr lvl="1"/>
            <a:r>
              <a:rPr lang="en-US" sz="4000">
                <a:hlinkClick r:id="rId5"/>
              </a:rPr>
              <a:t>https://stevekamb.com/the-unfortunate-uplifting-truth-about-creating-healthy-habits</a:t>
            </a:r>
            <a:endParaRPr lang="en-US" sz="4000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236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4B5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5BB229-C275-86ED-6B17-DEF5E5BC9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8CEA0A4-9F6C-4A35-AF28-5E91BDB71888}"/>
              </a:ext>
            </a:extLst>
          </p:cNvPr>
          <p:cNvSpPr/>
          <p:nvPr/>
        </p:nvSpPr>
        <p:spPr>
          <a:xfrm>
            <a:off x="8089900" y="1587500"/>
            <a:ext cx="3683000" cy="3683000"/>
          </a:xfrm>
          <a:prstGeom prst="roundRect">
            <a:avLst/>
          </a:prstGeom>
          <a:solidFill>
            <a:srgbClr val="EBD9A3"/>
          </a:solidFill>
          <a:ln w="9525" cap="flat" cmpd="sng" algn="ctr">
            <a:solidFill>
              <a:srgbClr val="C9B98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D7C0F0-2163-4FE4-B991-C0F49894A535}"/>
              </a:ext>
            </a:extLst>
          </p:cNvPr>
          <p:cNvSpPr/>
          <p:nvPr/>
        </p:nvSpPr>
        <p:spPr>
          <a:xfrm>
            <a:off x="4140200" y="1587500"/>
            <a:ext cx="3683000" cy="3683000"/>
          </a:xfrm>
          <a:prstGeom prst="roundRect">
            <a:avLst/>
          </a:prstGeom>
          <a:solidFill>
            <a:srgbClr val="EBD9A3"/>
          </a:solidFill>
          <a:ln w="9525" cap="flat" cmpd="sng" algn="ctr">
            <a:solidFill>
              <a:srgbClr val="C9B98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BCFB04-2455-6B2C-1893-9419B002511A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solidFill>
            <a:srgbClr val="51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48CF7F-A47F-048C-AB37-032FF78E840E}"/>
              </a:ext>
            </a:extLst>
          </p:cNvPr>
          <p:cNvSpPr txBox="1"/>
          <p:nvPr/>
        </p:nvSpPr>
        <p:spPr>
          <a:xfrm>
            <a:off x="0" y="381000"/>
            <a:ext cx="12192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kern="1200" dirty="0">
                <a:solidFill>
                  <a:srgbClr val="514843"/>
                </a:solidFill>
                <a:latin typeface="Cambria"/>
                <a:ea typeface="+mn-ea"/>
                <a:cs typeface="+mn-cs"/>
              </a:rPr>
              <a:t>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E83FDC-9D0E-86DD-9F52-7C1DBFB05A74}"/>
              </a:ext>
            </a:extLst>
          </p:cNvPr>
          <p:cNvSpPr txBox="1"/>
          <p:nvPr/>
        </p:nvSpPr>
        <p:spPr>
          <a:xfrm>
            <a:off x="416190" y="4418544"/>
            <a:ext cx="36195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Jason Romans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thedaxshepherd@gmail.com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linkedin.com/in/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jason</a:t>
            </a:r>
            <a:r>
              <a:rPr lang="en-US" sz="2000">
                <a:solidFill>
                  <a:srgbClr val="514843"/>
                </a:solidFill>
                <a:latin typeface="Aptos"/>
              </a:rPr>
              <a:t>romans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www.thedaxshepherd.com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06159F-EAD6-8856-92E3-DCB190CEBF46}"/>
              </a:ext>
            </a:extLst>
          </p:cNvPr>
          <p:cNvSpPr txBox="1"/>
          <p:nvPr/>
        </p:nvSpPr>
        <p:spPr>
          <a:xfrm>
            <a:off x="4140200" y="5372100"/>
            <a:ext cx="3683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1" kern="1200" dirty="0">
                <a:solidFill>
                  <a:srgbClr val="514843"/>
                </a:solidFill>
                <a:latin typeface="Euphemia"/>
                <a:ea typeface="+mn-ea"/>
                <a:cs typeface="+mn-cs"/>
              </a:rPr>
              <a:t>Slides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46A646-761B-FC16-47B2-C4BB80769E20}"/>
              </a:ext>
            </a:extLst>
          </p:cNvPr>
          <p:cNvSpPr txBox="1"/>
          <p:nvPr/>
        </p:nvSpPr>
        <p:spPr>
          <a:xfrm>
            <a:off x="8089900" y="5372100"/>
            <a:ext cx="3683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1" kern="1200" dirty="0">
                <a:solidFill>
                  <a:srgbClr val="514843"/>
                </a:solidFill>
                <a:latin typeface="Euphemia"/>
                <a:ea typeface="+mn-ea"/>
                <a:cs typeface="+mn-cs"/>
              </a:rPr>
              <a:t>Session Evaluation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C202BA-5DDD-EC80-CFE6-908FD72DC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536" y="1847851"/>
            <a:ext cx="3160296" cy="3160296"/>
          </a:xfrm>
          <a:prstGeom prst="rect">
            <a:avLst/>
          </a:prstGeom>
          <a:ln w="12700" cap="flat" cmpd="sng" algn="ctr">
            <a:solidFill>
              <a:srgbClr val="514843"/>
            </a:solidFill>
            <a:prstDash val="solid"/>
            <a:miter lim="800000"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39BDC4-525B-0033-4306-B11375B1B5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190" y="1587500"/>
            <a:ext cx="3528759" cy="2646570"/>
          </a:xfrm>
          <a:prstGeom prst="rect">
            <a:avLst/>
          </a:prstGeom>
          <a:ln w="19050" cmpd="sng">
            <a:solidFill>
              <a:srgbClr val="514843"/>
            </a:solidFill>
          </a:ln>
        </p:spPr>
      </p:pic>
      <p:pic>
        <p:nvPicPr>
          <p:cNvPr id="20" name="QR Placeholder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3900" y="1854200"/>
            <a:ext cx="31623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96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Academic Literature 16x9 [1780945273655]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Cambria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4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5">
    <wetp:webextensionref xmlns:r="http://schemas.openxmlformats.org/officeDocument/2006/relationships" r:id="rId1"/>
  </wetp:taskpane>
  <wetp:taskpane dockstate="right" visibility="0" width="350" row="5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E0A46886-E534-4F0E-8342-FB2685F0402E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22c711e0-eb52-49b3-ac93-b6b1d131509b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1997D73-4B6B-4E33-96EB-CD54E0A827B7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6814b9c3-1813-4797-8408-169470a9fcd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1230</TotalTime>
  <Words>630</Words>
  <Application>Microsoft Office PowerPoint</Application>
  <PresentationFormat>Widescreen</PresentationFormat>
  <Paragraphs>144</Paragraphs>
  <Slides>29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Aptos</vt:lpstr>
      <vt:lpstr>Arial</vt:lpstr>
      <vt:lpstr>Berlin Sans FB</vt:lpstr>
      <vt:lpstr>Calibri</vt:lpstr>
      <vt:lpstr>Cambria</vt:lpstr>
      <vt:lpstr>Euphemia</vt:lpstr>
      <vt:lpstr>Wingdings</vt:lpstr>
      <vt:lpstr>Office Theme</vt:lpstr>
      <vt:lpstr>1_Office Theme</vt:lpstr>
      <vt:lpstr>Academic Literature 16x9 [1780945273655]</vt:lpstr>
      <vt:lpstr>Blogging:  Lessons I Learned the Hard Way</vt:lpstr>
      <vt:lpstr>PowerPoint Presentation</vt:lpstr>
      <vt:lpstr>PowerPoint Presentation</vt:lpstr>
      <vt:lpstr>PowerPoint Presentation</vt:lpstr>
      <vt:lpstr>PowerPoint Presentation</vt:lpstr>
      <vt:lpstr>Did you know? </vt:lpstr>
      <vt:lpstr>Know yourself</vt:lpstr>
      <vt:lpstr>Syntax Highlighting</vt:lpstr>
      <vt:lpstr>PBIDAX.WORDPRESS.COM</vt:lpstr>
      <vt:lpstr>Theme (UI)</vt:lpstr>
      <vt:lpstr>PowerPoint Presentation</vt:lpstr>
      <vt:lpstr>Hosting</vt:lpstr>
      <vt:lpstr>Self-Hosting vs. Service</vt:lpstr>
      <vt:lpstr>Publish on Another Site</vt:lpstr>
      <vt:lpstr>Custom Domain</vt:lpstr>
      <vt:lpstr>What did they use for that blog?</vt:lpstr>
      <vt:lpstr>PowerPoint Presentation</vt:lpstr>
      <vt:lpstr>Topics</vt:lpstr>
      <vt:lpstr>Tracking Topics</vt:lpstr>
      <vt:lpstr>PowerPoint Presentation</vt:lpstr>
      <vt:lpstr>Benefits: Community &amp; Career</vt:lpstr>
      <vt:lpstr>Benefits: You Learn the Most</vt:lpstr>
      <vt:lpstr>Rough Edges</vt:lpstr>
      <vt:lpstr>Same Rules, Any Medium</vt:lpstr>
      <vt:lpstr>PowerPoint Presentation</vt:lpstr>
      <vt:lpstr>Inspired by Hamilton</vt:lpstr>
      <vt:lpstr>WRITE!!!</vt:lpstr>
      <vt:lpstr>Resources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Romans</dc:creator>
  <cp:lastModifiedBy>Jason Romans</cp:lastModifiedBy>
  <cp:revision>16</cp:revision>
  <dcterms:created xsi:type="dcterms:W3CDTF">2024-07-20T15:00:54Z</dcterms:created>
  <dcterms:modified xsi:type="dcterms:W3CDTF">2026-07-17T20:40:02Z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